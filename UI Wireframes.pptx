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1_DBA0873C.xml" ContentType="application/vnd.ms-powerpoint.comments+xml"/>
  <Override PartName="/ppt/comments/modernComment_110_37F06E0E.xml" ContentType="application/vnd.ms-powerpoint.comments+xml"/>
  <Override PartName="/ppt/comments/modernComment_10C_C29E9F4B.xml" ContentType="application/vnd.ms-powerpoint.comments+xml"/>
  <Override PartName="/ppt/comments/modernComment_107_E3C2804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73" r:id="rId3"/>
    <p:sldId id="272" r:id="rId4"/>
    <p:sldId id="265" r:id="rId5"/>
    <p:sldId id="260" r:id="rId6"/>
    <p:sldId id="276" r:id="rId7"/>
    <p:sldId id="277" r:id="rId8"/>
    <p:sldId id="278" r:id="rId9"/>
    <p:sldId id="267" r:id="rId10"/>
    <p:sldId id="268" r:id="rId11"/>
    <p:sldId id="261" r:id="rId12"/>
    <p:sldId id="269" r:id="rId13"/>
    <p:sldId id="270" r:id="rId14"/>
    <p:sldId id="271" r:id="rId15"/>
    <p:sldId id="262" r:id="rId16"/>
    <p:sldId id="266" r:id="rId17"/>
    <p:sldId id="263" r:id="rId18"/>
    <p:sldId id="264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A2B276-1C43-C3AA-4274-D27932DF0497}" name="Vrishank Mani" initials="VM" userId="S::s4680492@live.vu.edu.au::f7d65825-e650-4441-abb0-752ee10f225c" providerId="AD"/>
  <p188:author id="{A494BAC3-D1FC-824B-BB72-7CFF4D631752}" name="Maneth Bamunuarachchi" initials="MB" userId="S::s8065240@live.vu.edu.au::a8e43da8-3b3e-4540-8f44-12ec7614a5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079B7-E1D8-3249-D8A5-0B05192899F8}" v="2" dt="2025-01-04T23:34:28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omments/modernComment_10C_C29E9F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E93A11-1253-4502-964D-3EFE7BD9D6F9}" authorId="{A5A2B276-1C43-C3AA-4274-D27932DF0497}" created="2024-08-04T03:10:46.4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265175371" sldId="268"/>
      <ac:spMk id="16" creationId="{1CDA26BF-BD84-F63A-FACA-3346EA33CFDE}"/>
      <ac:txMk cp="0" len="5">
        <ac:context len="76" hash="2048346430"/>
      </ac:txMk>
    </ac:txMkLst>
    <p188:pos x="706782" y="287130"/>
    <p188:txBody>
      <a:bodyPr/>
      <a:lstStyle/>
      <a:p>
        <a:r>
          <a:rPr lang="en-US"/>
          <a:t>Can be improved. This is just a feature i think should be provided along with the location of the pick-up point.</a:t>
        </a:r>
      </a:p>
    </p188:txBody>
  </p188:cm>
</p188:cmLst>
</file>

<file path=ppt/comments/modernComment_107_E3C2804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0239DA-27FD-4DDD-9AED-B4212DAD8FE3}" authorId="{A494BAC3-D1FC-824B-BB72-7CFF4D631752}" created="2024-08-05T01:05:28.1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21174848" sldId="263"/>
      <ac:spMk id="4" creationId="{CEC36687-CC53-7484-5195-FF704ACDE611}"/>
    </ac:deMkLst>
    <p188:txBody>
      <a:bodyPr/>
      <a:lstStyle/>
      <a:p>
        <a:r>
          <a:rPr lang="en-US"/>
          <a:t>AGL/Optus/Telstra link to them</a:t>
        </a:r>
      </a:p>
    </p188:txBody>
  </p188:cm>
</p188:cmLst>
</file>

<file path=ppt/comments/modernComment_110_37F06E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9A98E1-06F2-402B-8189-3E2D58F6BC36}" authorId="{A5A2B276-1C43-C3AA-4274-D27932DF0497}" created="2024-08-04T03:38:03.0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38503694" sldId="272"/>
      <ac:spMk id="14" creationId="{3F820A3A-D4AC-1063-D1D1-75B75A5DAD31}"/>
      <ac:txMk cp="0" len="7">
        <ac:context len="8" hash="2479592413"/>
      </ac:txMk>
    </ac:txMkLst>
    <p188:pos x="1722782" y="298173"/>
    <p188:txBody>
      <a:bodyPr/>
      <a:lstStyle/>
      <a:p>
        <a:r>
          <a:rPr lang="en-US"/>
          <a:t>I've just randomly placed these for now. Need to improve layout</a:t>
        </a:r>
      </a:p>
    </p188:txBody>
  </p188:cm>
  <p188:cm id="{67349BBE-8F04-489D-9CBF-08B6CBD6B519}" authorId="{A5A2B276-1C43-C3AA-4274-D27932DF0497}" created="2024-08-04T03:39:29.940">
    <pc:sldMkLst xmlns:pc="http://schemas.microsoft.com/office/powerpoint/2013/main/command">
      <pc:docMk/>
      <pc:sldMk cId="938503694" sldId="272"/>
    </pc:sldMkLst>
    <p188:txBody>
      <a:bodyPr/>
      <a:lstStyle/>
      <a:p>
        <a:r>
          <a:rPr lang="en-US"/>
          <a:t>This page will open upon clicking the weather widget on the home page</a:t>
        </a:r>
      </a:p>
    </p188:txBody>
  </p188:cm>
</p188:cmLst>
</file>

<file path=ppt/comments/modernComment_111_DBA087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26D226-308B-4A74-BF54-5B7D1CEF2572}" authorId="{A5A2B276-1C43-C3AA-4274-D27932DF0497}" created="2024-08-04T03:52:52.430">
    <pc:sldMkLst xmlns:pc="http://schemas.microsoft.com/office/powerpoint/2013/main/command">
      <pc:docMk/>
      <pc:sldMk cId="3684730684" sldId="273"/>
    </pc:sldMkLst>
    <p188:replyLst>
      <p188:reply id="{6700E55D-83A3-4DBD-83B3-32BC3ACEFED8}" authorId="{A5A2B276-1C43-C3AA-4274-D27932DF0497}" created="2024-08-04T03:53:25.056">
        <p188:txBody>
          <a:bodyPr/>
          <a:lstStyle/>
          <a:p>
            <a:r>
              <a:rPr lang="en-US"/>
              <a:t>Welcome to make changes</a:t>
            </a:r>
          </a:p>
        </p188:txBody>
      </p188:reply>
    </p188:replyLst>
    <p188:txBody>
      <a:bodyPr/>
      <a:lstStyle/>
      <a:p>
        <a:r>
          <a:rPr lang="en-US"/>
          <a:t>I think this could be a better layout for the home page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1_DBA0873C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microsoft.com/office/2018/10/relationships/comments" Target="../comments/modernComment_110_37F06E0E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svg"/><Relationship Id="rId2" Type="http://schemas.microsoft.com/office/2018/10/relationships/comments" Target="../comments/modernComment_10C_C29E9F4B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8/10/relationships/comments" Target="../comments/modernComment_107_E3C280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C3A11C-6D19-3D8A-8FC1-942C032E171A}"/>
              </a:ext>
            </a:extLst>
          </p:cNvPr>
          <p:cNvSpPr/>
          <p:nvPr/>
        </p:nvSpPr>
        <p:spPr>
          <a:xfrm>
            <a:off x="361949" y="4032250"/>
            <a:ext cx="11468100" cy="24765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CDF4AE-5479-CDF8-A51A-5B5678224D3B}"/>
              </a:ext>
            </a:extLst>
          </p:cNvPr>
          <p:cNvSpPr txBox="1"/>
          <p:nvPr/>
        </p:nvSpPr>
        <p:spPr>
          <a:xfrm>
            <a:off x="361950" y="1047750"/>
            <a:ext cx="676910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 b="1"/>
              <a:t>Reimagine A New World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32423-B07E-FF71-AF7D-5500FB8E56BA}"/>
              </a:ext>
            </a:extLst>
          </p:cNvPr>
          <p:cNvSpPr txBox="1"/>
          <p:nvPr/>
        </p:nvSpPr>
        <p:spPr>
          <a:xfrm>
            <a:off x="1328420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Donations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FEA1B-92A6-001E-DA06-AB157D47FB28}"/>
              </a:ext>
            </a:extLst>
          </p:cNvPr>
          <p:cNvSpPr txBox="1"/>
          <p:nvPr/>
        </p:nvSpPr>
        <p:spPr>
          <a:xfrm>
            <a:off x="361950" y="3429000"/>
            <a:ext cx="3130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Explore the essentials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1712C-78FD-2B83-1446-A5E2850C1E80}"/>
              </a:ext>
            </a:extLst>
          </p:cNvPr>
          <p:cNvSpPr txBox="1"/>
          <p:nvPr/>
        </p:nvSpPr>
        <p:spPr>
          <a:xfrm>
            <a:off x="2529839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1BD7B-469F-8168-FE10-3728F8786EC8}"/>
              </a:ext>
            </a:extLst>
          </p:cNvPr>
          <p:cNvSpPr txBox="1"/>
          <p:nvPr/>
        </p:nvSpPr>
        <p:spPr>
          <a:xfrm>
            <a:off x="3356609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A3D54-F270-FEFA-AE58-B3C8B7FDC41E}"/>
              </a:ext>
            </a:extLst>
          </p:cNvPr>
          <p:cNvSpPr txBox="1"/>
          <p:nvPr/>
        </p:nvSpPr>
        <p:spPr>
          <a:xfrm>
            <a:off x="4183378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1B8E5C-D5EF-EC14-EA8E-F9B0726DF7CB}"/>
              </a:ext>
            </a:extLst>
          </p:cNvPr>
          <p:cNvSpPr txBox="1"/>
          <p:nvPr/>
        </p:nvSpPr>
        <p:spPr>
          <a:xfrm>
            <a:off x="5276848" y="209548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AFD0171-4E58-D4F0-2F45-FF9607D3829A}"/>
              </a:ext>
            </a:extLst>
          </p:cNvPr>
          <p:cNvSpPr/>
          <p:nvPr/>
        </p:nvSpPr>
        <p:spPr>
          <a:xfrm>
            <a:off x="558800" y="4165598"/>
            <a:ext cx="768350" cy="3683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</a:rPr>
              <a:t>Map</a:t>
            </a:r>
            <a:endParaRPr lang="en-US" sz="20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DDB0789-9892-D036-AE52-065F87B8D2A2}"/>
              </a:ext>
            </a:extLst>
          </p:cNvPr>
          <p:cNvSpPr/>
          <p:nvPr/>
        </p:nvSpPr>
        <p:spPr>
          <a:xfrm>
            <a:off x="3067050" y="4648200"/>
            <a:ext cx="1174750" cy="4254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Safe Spaces</a:t>
            </a:r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D8B0BD1-6210-7CF9-ED8B-341CEBECB915}"/>
              </a:ext>
            </a:extLst>
          </p:cNvPr>
          <p:cNvSpPr/>
          <p:nvPr/>
        </p:nvSpPr>
        <p:spPr>
          <a:xfrm>
            <a:off x="4413250" y="4641850"/>
            <a:ext cx="1784350" cy="4381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Laundry Services</a:t>
            </a:r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5736E7-CB8B-8D17-F1D8-0B14F62128BC}"/>
              </a:ext>
            </a:extLst>
          </p:cNvPr>
          <p:cNvSpPr/>
          <p:nvPr/>
        </p:nvSpPr>
        <p:spPr>
          <a:xfrm>
            <a:off x="6369050" y="4641850"/>
            <a:ext cx="1568450" cy="4381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Medical Services</a:t>
            </a:r>
            <a:endParaRPr lang="en-US"/>
          </a:p>
        </p:txBody>
      </p:sp>
      <p:pic>
        <p:nvPicPr>
          <p:cNvPr id="25" name="Picture 24" descr="Weather Widget - Free &amp; Works on Any Website">
            <a:extLst>
              <a:ext uri="{FF2B5EF4-FFF2-40B4-BE49-F238E27FC236}">
                <a16:creationId xmlns:a16="http://schemas.microsoft.com/office/drawing/2014/main" id="{B6BE34B0-E8AC-7AA5-E499-CC71DCF265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94" t="22946" r="21003" b="20016"/>
          <a:stretch/>
        </p:blipFill>
        <p:spPr>
          <a:xfrm>
            <a:off x="8579516" y="1147141"/>
            <a:ext cx="3321632" cy="1927593"/>
          </a:xfrm>
          <a:prstGeom prst="rect">
            <a:avLst/>
          </a:prstGeom>
        </p:spPr>
      </p:pic>
      <p:pic>
        <p:nvPicPr>
          <p:cNvPr id="27" name="Picture 26" descr="A screenshot of a map&#10;&#10;Description automatically generated">
            <a:extLst>
              <a:ext uri="{FF2B5EF4-FFF2-40B4-BE49-F238E27FC236}">
                <a16:creationId xmlns:a16="http://schemas.microsoft.com/office/drawing/2014/main" id="{EA297C19-C309-F71C-43C3-E993EF863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5271113"/>
            <a:ext cx="10848975" cy="124777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E38123F-6B37-3F9C-6DF4-037C37C075A0}"/>
              </a:ext>
            </a:extLst>
          </p:cNvPr>
          <p:cNvCxnSpPr/>
          <p:nvPr/>
        </p:nvCxnSpPr>
        <p:spPr>
          <a:xfrm flipH="1">
            <a:off x="3373200" y="5119800"/>
            <a:ext cx="171600" cy="60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F274EF-4CFE-2B27-461A-7C4028208BEB}"/>
              </a:ext>
            </a:extLst>
          </p:cNvPr>
          <p:cNvCxnSpPr>
            <a:cxnSpLocks/>
          </p:cNvCxnSpPr>
          <p:nvPr/>
        </p:nvCxnSpPr>
        <p:spPr>
          <a:xfrm flipH="1">
            <a:off x="3397200" y="5089800"/>
            <a:ext cx="1371600" cy="63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FE204D-89C9-8912-7BF4-345E422D5DD0}"/>
              </a:ext>
            </a:extLst>
          </p:cNvPr>
          <p:cNvCxnSpPr>
            <a:cxnSpLocks/>
          </p:cNvCxnSpPr>
          <p:nvPr/>
        </p:nvCxnSpPr>
        <p:spPr>
          <a:xfrm flipH="1">
            <a:off x="3391200" y="5137799"/>
            <a:ext cx="2961600" cy="54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571E2E3-96DC-2C23-495C-A479DFE061B2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E867A0-BC0B-50AD-9252-EC72E804AB22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0BD32-8931-16B1-116B-8AE9A7AC9604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04C2C4-3B1C-FB64-37F0-E44F5A5CAD51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D52EF9-9B96-24A2-5DA3-A60F24A1D9CE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D763AB-5B5D-A1AD-AD44-27C40A18C8FE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35FBE8-742C-DA43-FBE7-4BD9D3D21588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53636C-2706-7469-299D-94A27125288D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106570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153994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5419863" y="772767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pic>
        <p:nvPicPr>
          <p:cNvPr id="25" name="Picture 24" descr="Weather Widget - Free &amp; Works on Any Website">
            <a:extLst>
              <a:ext uri="{FF2B5EF4-FFF2-40B4-BE49-F238E27FC236}">
                <a16:creationId xmlns:a16="http://schemas.microsoft.com/office/drawing/2014/main" id="{B6BE34B0-E8AC-7AA5-E499-CC71DCF26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94" t="22946" r="21003" b="20016"/>
          <a:stretch/>
        </p:blipFill>
        <p:spPr>
          <a:xfrm>
            <a:off x="8579516" y="749576"/>
            <a:ext cx="3321632" cy="1927593"/>
          </a:xfrm>
          <a:prstGeom prst="rect">
            <a:avLst/>
          </a:prstGeom>
        </p:spPr>
      </p:pic>
      <p:pic>
        <p:nvPicPr>
          <p:cNvPr id="42" name="Picture 41" descr="Clock Widget - Apps on Google Play">
            <a:extLst>
              <a:ext uri="{FF2B5EF4-FFF2-40B4-BE49-F238E27FC236}">
                <a16:creationId xmlns:a16="http://schemas.microsoft.com/office/drawing/2014/main" id="{3F99F1A7-8DD8-4F0A-572A-23860E4BE8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047" r="402" b="22581"/>
          <a:stretch/>
        </p:blipFill>
        <p:spPr>
          <a:xfrm>
            <a:off x="362225" y="927822"/>
            <a:ext cx="2732184" cy="15738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ADB517-F580-1E7A-099A-CAB86B91DEB4}"/>
              </a:ext>
            </a:extLst>
          </p:cNvPr>
          <p:cNvSpPr txBox="1"/>
          <p:nvPr/>
        </p:nvSpPr>
        <p:spPr>
          <a:xfrm>
            <a:off x="3731857" y="1200705"/>
            <a:ext cx="42618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>
                <a:solidFill>
                  <a:srgbClr val="000000"/>
                </a:solidFill>
              </a:rPr>
              <a:t>Welcome!</a:t>
            </a:r>
            <a:endParaRPr lang="en-US" sz="5400">
              <a:solidFill>
                <a:srgbClr val="000000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59883E9-C1CB-1A4B-AE20-8A4C1D76181F}"/>
              </a:ext>
            </a:extLst>
          </p:cNvPr>
          <p:cNvGrpSpPr/>
          <p:nvPr/>
        </p:nvGrpSpPr>
        <p:grpSpPr>
          <a:xfrm>
            <a:off x="923235" y="4176641"/>
            <a:ext cx="10332000" cy="1881256"/>
            <a:chOff x="735496" y="3679685"/>
            <a:chExt cx="10332000" cy="1881256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AFD0171-4E58-D4F0-2F45-FF9607D3829A}"/>
                </a:ext>
              </a:extLst>
            </p:cNvPr>
            <p:cNvSpPr/>
            <p:nvPr/>
          </p:nvSpPr>
          <p:spPr>
            <a:xfrm>
              <a:off x="746540" y="3679686"/>
              <a:ext cx="1983131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Amenities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E8DEC37-5F97-7455-B1E3-57E80BF442CD}"/>
                </a:ext>
              </a:extLst>
            </p:cNvPr>
            <p:cNvSpPr/>
            <p:nvPr/>
          </p:nvSpPr>
          <p:spPr>
            <a:xfrm>
              <a:off x="4920974" y="3679686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Events</a:t>
              </a:r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66AEE27-213D-3A79-932E-64C7E6B8337E}"/>
                </a:ext>
              </a:extLst>
            </p:cNvPr>
            <p:cNvSpPr/>
            <p:nvPr/>
          </p:nvSpPr>
          <p:spPr>
            <a:xfrm>
              <a:off x="2833756" y="3679685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Donations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4233FBFE-6720-983D-B247-EF9591E6C62C}"/>
                </a:ext>
              </a:extLst>
            </p:cNvPr>
            <p:cNvSpPr/>
            <p:nvPr/>
          </p:nvSpPr>
          <p:spPr>
            <a:xfrm>
              <a:off x="9095408" y="3679685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Health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F6714852-399B-F649-1FEA-D3753017E737}"/>
                </a:ext>
              </a:extLst>
            </p:cNvPr>
            <p:cNvSpPr/>
            <p:nvPr/>
          </p:nvSpPr>
          <p:spPr>
            <a:xfrm>
              <a:off x="7008192" y="3679686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PTV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ADC334E-66C4-1DEB-C4E2-570F96E3ECC6}"/>
                </a:ext>
              </a:extLst>
            </p:cNvPr>
            <p:cNvSpPr/>
            <p:nvPr/>
          </p:nvSpPr>
          <p:spPr>
            <a:xfrm>
              <a:off x="735496" y="4806121"/>
              <a:ext cx="1983131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Banking/Financial services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DBE05F3-02B3-6D26-DED1-D07A15840B9B}"/>
                </a:ext>
              </a:extLst>
            </p:cNvPr>
            <p:cNvSpPr/>
            <p:nvPr/>
          </p:nvSpPr>
          <p:spPr>
            <a:xfrm>
              <a:off x="4909930" y="4806121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>
                  <a:solidFill>
                    <a:srgbClr val="FFFFFF"/>
                  </a:solidFill>
                </a:rPr>
                <a:t>Job Board/Skill Development Program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430F673E-08C4-99CF-4B5E-0195F4CA125B}"/>
                </a:ext>
              </a:extLst>
            </p:cNvPr>
            <p:cNvSpPr/>
            <p:nvPr/>
          </p:nvSpPr>
          <p:spPr>
            <a:xfrm>
              <a:off x="2822712" y="4806120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Safe Docs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179249E-AAA1-1489-7D4C-9B5690223F39}"/>
                </a:ext>
              </a:extLst>
            </p:cNvPr>
            <p:cNvSpPr/>
            <p:nvPr/>
          </p:nvSpPr>
          <p:spPr>
            <a:xfrm>
              <a:off x="9084364" y="4806120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Service #10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AE5E1DC7-A211-0E46-2A34-548E88309D68}"/>
                </a:ext>
              </a:extLst>
            </p:cNvPr>
            <p:cNvSpPr/>
            <p:nvPr/>
          </p:nvSpPr>
          <p:spPr>
            <a:xfrm>
              <a:off x="6997148" y="4806121"/>
              <a:ext cx="1972088" cy="75482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Service #9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97FF81A-C199-370F-EA50-B6037CE3C1A7}"/>
              </a:ext>
            </a:extLst>
          </p:cNvPr>
          <p:cNvGrpSpPr/>
          <p:nvPr/>
        </p:nvGrpSpPr>
        <p:grpSpPr>
          <a:xfrm>
            <a:off x="4874592" y="2937564"/>
            <a:ext cx="1983131" cy="754820"/>
            <a:chOff x="4874592" y="2937564"/>
            <a:chExt cx="1983131" cy="75482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7C606A5-13D6-8C77-B1C7-EA860DC4891E}"/>
                </a:ext>
              </a:extLst>
            </p:cNvPr>
            <p:cNvSpPr/>
            <p:nvPr/>
          </p:nvSpPr>
          <p:spPr>
            <a:xfrm>
              <a:off x="4874592" y="2937564"/>
              <a:ext cx="1983131" cy="7548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>
                  <a:solidFill>
                    <a:srgbClr val="FF0000"/>
                  </a:solidFill>
                </a:rPr>
                <a:t>           Call 000</a:t>
              </a:r>
            </a:p>
          </p:txBody>
        </p:sp>
        <p:pic>
          <p:nvPicPr>
            <p:cNvPr id="49" name="Graphic 48" descr="Speaker phone outline">
              <a:extLst>
                <a:ext uri="{FF2B5EF4-FFF2-40B4-BE49-F238E27FC236}">
                  <a16:creationId xmlns:a16="http://schemas.microsoft.com/office/drawing/2014/main" id="{A742627B-69DA-82CF-819A-3D6E22AB0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31408" y="3015974"/>
              <a:ext cx="549966" cy="583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47306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32423-B07E-FF71-AF7D-5500FB8E56BA}"/>
              </a:ext>
            </a:extLst>
          </p:cNvPr>
          <p:cNvSpPr txBox="1"/>
          <p:nvPr/>
        </p:nvSpPr>
        <p:spPr>
          <a:xfrm>
            <a:off x="1328420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Donations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1712C-78FD-2B83-1446-A5E2850C1E80}"/>
              </a:ext>
            </a:extLst>
          </p:cNvPr>
          <p:cNvSpPr txBox="1"/>
          <p:nvPr/>
        </p:nvSpPr>
        <p:spPr>
          <a:xfrm>
            <a:off x="2529839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1BD7B-469F-8168-FE10-3728F8786EC8}"/>
              </a:ext>
            </a:extLst>
          </p:cNvPr>
          <p:cNvSpPr txBox="1"/>
          <p:nvPr/>
        </p:nvSpPr>
        <p:spPr>
          <a:xfrm>
            <a:off x="3356609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A3D54-F270-FEFA-AE58-B3C8B7FDC41E}"/>
              </a:ext>
            </a:extLst>
          </p:cNvPr>
          <p:cNvSpPr txBox="1"/>
          <p:nvPr/>
        </p:nvSpPr>
        <p:spPr>
          <a:xfrm>
            <a:off x="4183378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1B8E5C-D5EF-EC14-EA8E-F9B0726DF7CB}"/>
              </a:ext>
            </a:extLst>
          </p:cNvPr>
          <p:cNvSpPr txBox="1"/>
          <p:nvPr/>
        </p:nvSpPr>
        <p:spPr>
          <a:xfrm>
            <a:off x="5276848" y="209548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1E2E3-96DC-2C23-495C-A479DFE061B2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E867A0-BC0B-50AD-9252-EC72E804AB22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0BD32-8931-16B1-116B-8AE9A7AC9604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04C2C4-3B1C-FB64-37F0-E44F5A5CAD51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D52EF9-9B96-24A2-5DA3-A60F24A1D9CE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D763AB-5B5D-A1AD-AD44-27C40A18C8FE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35FBE8-742C-DA43-FBE7-4BD9D3D21588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20A3A-D4AC-1063-D1D1-75B75A5DAD31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Weather</a:t>
            </a:r>
          </a:p>
        </p:txBody>
      </p:sp>
      <p:pic>
        <p:nvPicPr>
          <p:cNvPr id="19" name="Picture 18" descr="A screenshot of a weather forecast&#10;&#10;Description automatically generated">
            <a:extLst>
              <a:ext uri="{FF2B5EF4-FFF2-40B4-BE49-F238E27FC236}">
                <a16:creationId xmlns:a16="http://schemas.microsoft.com/office/drawing/2014/main" id="{E03AB0D4-51C5-6FF1-A698-F962EF177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72" t="537" r="-99" b="9302"/>
          <a:stretch/>
        </p:blipFill>
        <p:spPr>
          <a:xfrm>
            <a:off x="895909" y="1415773"/>
            <a:ext cx="2805252" cy="5141195"/>
          </a:xfrm>
          <a:prstGeom prst="rect">
            <a:avLst/>
          </a:prstGeom>
        </p:spPr>
      </p:pic>
      <p:pic>
        <p:nvPicPr>
          <p:cNvPr id="24" name="Picture 23" descr="A screenshot of a weather forecast&#10;&#10;Description automatically generated">
            <a:extLst>
              <a:ext uri="{FF2B5EF4-FFF2-40B4-BE49-F238E27FC236}">
                <a16:creationId xmlns:a16="http://schemas.microsoft.com/office/drawing/2014/main" id="{D1BCAA02-D4A9-D726-82E4-385C945B7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326" y="2468907"/>
            <a:ext cx="5105261" cy="4095750"/>
          </a:xfrm>
          <a:prstGeom prst="rect">
            <a:avLst/>
          </a:prstGeom>
        </p:spPr>
      </p:pic>
      <p:pic>
        <p:nvPicPr>
          <p:cNvPr id="31" name="Picture 30" descr="A blue screen with white text and numbers&#10;&#10;Description automatically generated">
            <a:extLst>
              <a:ext uri="{FF2B5EF4-FFF2-40B4-BE49-F238E27FC236}">
                <a16:creationId xmlns:a16="http://schemas.microsoft.com/office/drawing/2014/main" id="{BCA48BB1-2C22-2EE5-213D-4AF6120C29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9" b="26339"/>
          <a:stretch/>
        </p:blipFill>
        <p:spPr>
          <a:xfrm>
            <a:off x="3820354" y="632101"/>
            <a:ext cx="7426313" cy="182644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011453BE-F2DA-B80E-9A31-533A2113E007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4954CFA-6532-2B49-474A-200210036E67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36" name="Graphic 35" descr="Home with solid fill">
              <a:extLst>
                <a:ext uri="{FF2B5EF4-FFF2-40B4-BE49-F238E27FC236}">
                  <a16:creationId xmlns:a16="http://schemas.microsoft.com/office/drawing/2014/main" id="{0F1D2A75-2DC7-997B-72E4-F7B200424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201DD5C-C882-C941-2FE4-098C90022C80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9385036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BF4074-64BB-0F96-9647-7CCC395003EA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Amenities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D4611D-8742-78EC-C199-6C5AB7746CC5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C2296-2362-2E4A-CF20-D71ED8DB0D79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CD70E1-42D8-ED4A-DECC-DB22CB3C8254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EE4E7-F526-49C3-8E16-CAB9AEDBA809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016251-655D-2B0A-A3DA-FC7059CACF18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9A514B-ED1B-EE4D-6D63-FA93903DA271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265D2A-DDCA-4045-DC18-095370B7E55A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5A41AF4-4410-3CB5-C704-9F065FA61005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19" name="Graphic 18" descr="Home with solid fill">
              <a:extLst>
                <a:ext uri="{FF2B5EF4-FFF2-40B4-BE49-F238E27FC236}">
                  <a16:creationId xmlns:a16="http://schemas.microsoft.com/office/drawing/2014/main" id="{5676E910-47C1-9607-AA3E-D330163C5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E2E527-115D-8182-E57B-4DFF100A1642}"/>
              </a:ext>
            </a:extLst>
          </p:cNvPr>
          <p:cNvGrpSpPr/>
          <p:nvPr/>
        </p:nvGrpSpPr>
        <p:grpSpPr>
          <a:xfrm>
            <a:off x="368299" y="2015570"/>
            <a:ext cx="2930341" cy="461066"/>
            <a:chOff x="4100997" y="2182305"/>
            <a:chExt cx="2820751" cy="41580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4C60159-7C0F-6EA7-EECE-5A99E4923E78}"/>
                </a:ext>
              </a:extLst>
            </p:cNvPr>
            <p:cNvSpPr/>
            <p:nvPr/>
          </p:nvSpPr>
          <p:spPr>
            <a:xfrm>
              <a:off x="4100997" y="2182305"/>
              <a:ext cx="2820751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Search resources...</a:t>
              </a:r>
            </a:p>
          </p:txBody>
        </p:sp>
        <p:pic>
          <p:nvPicPr>
            <p:cNvPr id="23" name="Graphic 22" descr="Magnifying glass with solid fill">
              <a:extLst>
                <a:ext uri="{FF2B5EF4-FFF2-40B4-BE49-F238E27FC236}">
                  <a16:creationId xmlns:a16="http://schemas.microsoft.com/office/drawing/2014/main" id="{89141051-9B63-9AD6-A7A8-83B03251D3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859EDE8-0118-6CE2-AABD-1154BF31B255}"/>
              </a:ext>
            </a:extLst>
          </p:cNvPr>
          <p:cNvSpPr/>
          <p:nvPr/>
        </p:nvSpPr>
        <p:spPr>
          <a:xfrm>
            <a:off x="660952" y="2621169"/>
            <a:ext cx="2146853" cy="3506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Water Taps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F7526D-450E-0083-82C4-1A2CBE400261}"/>
              </a:ext>
            </a:extLst>
          </p:cNvPr>
          <p:cNvSpPr txBox="1"/>
          <p:nvPr/>
        </p:nvSpPr>
        <p:spPr>
          <a:xfrm>
            <a:off x="365263" y="1345096"/>
            <a:ext cx="532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Find free resources near you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0ECE949-D046-08FF-6BD2-A4591E617AB4}"/>
              </a:ext>
            </a:extLst>
          </p:cNvPr>
          <p:cNvSpPr/>
          <p:nvPr/>
        </p:nvSpPr>
        <p:spPr>
          <a:xfrm>
            <a:off x="638865" y="3073951"/>
            <a:ext cx="2146853" cy="3506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Public Toilets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F3318F8-7E4D-340A-C1DB-CDE72CA8BD1D}"/>
              </a:ext>
            </a:extLst>
          </p:cNvPr>
          <p:cNvSpPr/>
          <p:nvPr/>
        </p:nvSpPr>
        <p:spPr>
          <a:xfrm>
            <a:off x="660952" y="3537777"/>
            <a:ext cx="2146853" cy="3506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Safe Spaces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4494F88-3F5E-8F4F-E59B-611DBE68B54B}"/>
              </a:ext>
            </a:extLst>
          </p:cNvPr>
          <p:cNvSpPr/>
          <p:nvPr/>
        </p:nvSpPr>
        <p:spPr>
          <a:xfrm>
            <a:off x="660951" y="4001603"/>
            <a:ext cx="2146853" cy="3506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Food Bank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48ABF7B-5FAC-65C1-6CC6-7C79FC5D83D4}"/>
              </a:ext>
            </a:extLst>
          </p:cNvPr>
          <p:cNvSpPr/>
          <p:nvPr/>
        </p:nvSpPr>
        <p:spPr>
          <a:xfrm>
            <a:off x="660951" y="4443341"/>
            <a:ext cx="2146853" cy="3506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First Aid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3DB8E48-FA3D-4A3E-A196-5D3206C4FA6F}"/>
              </a:ext>
            </a:extLst>
          </p:cNvPr>
          <p:cNvSpPr/>
          <p:nvPr/>
        </p:nvSpPr>
        <p:spPr>
          <a:xfrm>
            <a:off x="660952" y="4907169"/>
            <a:ext cx="2146853" cy="3506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Laundry Service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C8D2251-EDB8-0067-7666-FA7B246BCCAA}"/>
              </a:ext>
            </a:extLst>
          </p:cNvPr>
          <p:cNvSpPr/>
          <p:nvPr/>
        </p:nvSpPr>
        <p:spPr>
          <a:xfrm>
            <a:off x="660952" y="5370995"/>
            <a:ext cx="2146853" cy="35063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Safe Injection Rooms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70EE9F-4CFD-ADDB-9686-C97003DE0430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Amenities</a:t>
            </a:r>
            <a:endParaRPr lang="en-US" sz="1400">
              <a:solidFill>
                <a:srgbClr val="E97132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A0CC07-42ED-C922-B2FD-63D6E2DC671B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621ED-912A-5FE6-F175-16AC1BE7CC20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  <p:pic>
        <p:nvPicPr>
          <p:cNvPr id="2" name="Picture 1" descr="A map of a city with red points&#10;&#10;Description automatically generated">
            <a:extLst>
              <a:ext uri="{FF2B5EF4-FFF2-40B4-BE49-F238E27FC236}">
                <a16:creationId xmlns:a16="http://schemas.microsoft.com/office/drawing/2014/main" id="{997D1EFE-E6A1-CBED-95FC-65138B846F4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335" t="1359" r="12148" b="1488"/>
          <a:stretch/>
        </p:blipFill>
        <p:spPr>
          <a:xfrm>
            <a:off x="3542629" y="1722487"/>
            <a:ext cx="7987880" cy="365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74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Donations</a:t>
            </a:r>
            <a:endParaRPr lang="en-US" sz="32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C7D2C4-6050-5EA7-B4EA-F019E6487E40}"/>
              </a:ext>
            </a:extLst>
          </p:cNvPr>
          <p:cNvGrpSpPr/>
          <p:nvPr/>
        </p:nvGrpSpPr>
        <p:grpSpPr>
          <a:xfrm>
            <a:off x="2758386" y="3786256"/>
            <a:ext cx="6685996" cy="909430"/>
            <a:chOff x="3045516" y="3057385"/>
            <a:chExt cx="6354693" cy="74377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AFD0171-4E58-D4F0-2F45-FF9607D3829A}"/>
                </a:ext>
              </a:extLst>
            </p:cNvPr>
            <p:cNvSpPr/>
            <p:nvPr/>
          </p:nvSpPr>
          <p:spPr>
            <a:xfrm>
              <a:off x="3045516" y="3057385"/>
              <a:ext cx="2875997" cy="74377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Donate Now</a:t>
              </a:r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A03C955-E8EB-5881-6730-AF7743EF9334}"/>
                </a:ext>
              </a:extLst>
            </p:cNvPr>
            <p:cNvSpPr/>
            <p:nvPr/>
          </p:nvSpPr>
          <p:spPr>
            <a:xfrm>
              <a:off x="6524212" y="3057385"/>
              <a:ext cx="2875997" cy="74377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</a:rPr>
                <a:t>Find Clothes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B467DDA-DFB7-5C80-0F4A-4CAB87602439}"/>
              </a:ext>
            </a:extLst>
          </p:cNvPr>
          <p:cNvSpPr txBox="1"/>
          <p:nvPr/>
        </p:nvSpPr>
        <p:spPr>
          <a:xfrm>
            <a:off x="365263" y="1422400"/>
            <a:ext cx="53232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This is a page where you can donate and find donated clothes near you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4945AA-7500-58BE-D692-0FAE9BC49D7A}"/>
              </a:ext>
            </a:extLst>
          </p:cNvPr>
          <p:cNvGrpSpPr/>
          <p:nvPr/>
        </p:nvGrpSpPr>
        <p:grpSpPr>
          <a:xfrm>
            <a:off x="3648214" y="2777570"/>
            <a:ext cx="4873993" cy="461066"/>
            <a:chOff x="4100997" y="2182305"/>
            <a:chExt cx="4691713" cy="41580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09F370C-3033-6184-E763-855A3FFDDBF9}"/>
                </a:ext>
              </a:extLst>
            </p:cNvPr>
            <p:cNvSpPr/>
            <p:nvPr/>
          </p:nvSpPr>
          <p:spPr>
            <a:xfrm>
              <a:off x="4100997" y="2182305"/>
              <a:ext cx="4691713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Search item (Jackets, shoes, t-shirts...)</a:t>
              </a:r>
            </a:p>
          </p:txBody>
        </p:sp>
        <p:pic>
          <p:nvPicPr>
            <p:cNvPr id="25" name="Graphic 24" descr="Magnifying glass with solid fill">
              <a:extLst>
                <a:ext uri="{FF2B5EF4-FFF2-40B4-BE49-F238E27FC236}">
                  <a16:creationId xmlns:a16="http://schemas.microsoft.com/office/drawing/2014/main" id="{B22A55EF-64C6-8D91-52DE-A4EC09497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AD6F05-B46A-64BD-2F2E-5B2E20DE6F7B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80A6C3-1FCA-8937-54D2-4B4EEA49CEFD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7" name="Graphic 6" descr="Home with solid fill">
              <a:extLst>
                <a:ext uri="{FF2B5EF4-FFF2-40B4-BE49-F238E27FC236}">
                  <a16:creationId xmlns:a16="http://schemas.microsoft.com/office/drawing/2014/main" id="{85C489AD-3F21-80D5-7358-461FEDB2B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F6ED4E4-16EF-1C72-8E9A-63F4D92864F5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Donations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35F85C-006B-9970-D5E6-F7BCDE25A14C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42BA6E-1C1A-3D7A-247A-AAB01D502368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1B6A30-C58D-AB4C-5D20-CACAA70B92BE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0F564-EA37-44B6-7D6E-5A9F0A811503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D9115E-67DF-84E1-F231-9E23BA3F5246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7A731D-1630-554F-0E16-0F12AFB17C50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4CEF3-1D4F-53BD-B4AE-3523F997D481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333108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831850"/>
            <a:ext cx="268484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Donate Now</a:t>
            </a:r>
            <a:endParaRPr lang="en-US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67DDA-DFB7-5C80-0F4A-4CAB87602439}"/>
              </a:ext>
            </a:extLst>
          </p:cNvPr>
          <p:cNvSpPr txBox="1"/>
          <p:nvPr/>
        </p:nvSpPr>
        <p:spPr>
          <a:xfrm>
            <a:off x="365263" y="1422400"/>
            <a:ext cx="532323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Search your address to find the nearest donation point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4945AA-7500-58BE-D692-0FAE9BC49D7A}"/>
              </a:ext>
            </a:extLst>
          </p:cNvPr>
          <p:cNvGrpSpPr/>
          <p:nvPr/>
        </p:nvGrpSpPr>
        <p:grpSpPr>
          <a:xfrm>
            <a:off x="3648214" y="2602516"/>
            <a:ext cx="4873993" cy="461066"/>
            <a:chOff x="4100997" y="2182305"/>
            <a:chExt cx="4691713" cy="41580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09F370C-3033-6184-E763-855A3FFDDBF9}"/>
                </a:ext>
              </a:extLst>
            </p:cNvPr>
            <p:cNvSpPr/>
            <p:nvPr/>
          </p:nvSpPr>
          <p:spPr>
            <a:xfrm>
              <a:off x="4100997" y="2182305"/>
              <a:ext cx="4691713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Search your address...</a:t>
              </a:r>
            </a:p>
          </p:txBody>
        </p:sp>
        <p:pic>
          <p:nvPicPr>
            <p:cNvPr id="25" name="Graphic 24" descr="Magnifying glass with solid fill">
              <a:extLst>
                <a:ext uri="{FF2B5EF4-FFF2-40B4-BE49-F238E27FC236}">
                  <a16:creationId xmlns:a16="http://schemas.microsoft.com/office/drawing/2014/main" id="{B22A55EF-64C6-8D91-52DE-A4EC09497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AD6F05-B46A-64BD-2F2E-5B2E20DE6F7B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80A6C3-1FCA-8937-54D2-4B4EEA49CEFD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7" name="Graphic 6" descr="Home with solid fill">
              <a:extLst>
                <a:ext uri="{FF2B5EF4-FFF2-40B4-BE49-F238E27FC236}">
                  <a16:creationId xmlns:a16="http://schemas.microsoft.com/office/drawing/2014/main" id="{85C489AD-3F21-80D5-7358-461FEDB2B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F6ED4E4-16EF-1C72-8E9A-63F4D92864F5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Donations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35F85C-006B-9970-D5E6-F7BCDE25A14C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42BA6E-1C1A-3D7A-247A-AAB01D502368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1B6A30-C58D-AB4C-5D20-CACAA70B92BE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0F564-EA37-44B6-7D6E-5A9F0A811503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D9115E-67DF-84E1-F231-9E23BA3F5246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7A731D-1630-554F-0E16-0F12AFB17C50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4CEF3-1D4F-53BD-B4AE-3523F997D481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99823E6-15B3-9FD4-DDC2-1ECCCB37A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665868"/>
              </p:ext>
            </p:extLst>
          </p:nvPr>
        </p:nvGraphicFramePr>
        <p:xfrm>
          <a:off x="2533134" y="3645243"/>
          <a:ext cx="7119252" cy="2307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084">
                  <a:extLst>
                    <a:ext uri="{9D8B030D-6E8A-4147-A177-3AD203B41FA5}">
                      <a16:colId xmlns:a16="http://schemas.microsoft.com/office/drawing/2014/main" val="3027861536"/>
                    </a:ext>
                  </a:extLst>
                </a:gridCol>
                <a:gridCol w="2373084">
                  <a:extLst>
                    <a:ext uri="{9D8B030D-6E8A-4147-A177-3AD203B41FA5}">
                      <a16:colId xmlns:a16="http://schemas.microsoft.com/office/drawing/2014/main" val="2465749506"/>
                    </a:ext>
                  </a:extLst>
                </a:gridCol>
                <a:gridCol w="2373084">
                  <a:extLst>
                    <a:ext uri="{9D8B030D-6E8A-4147-A177-3AD203B41FA5}">
                      <a16:colId xmlns:a16="http://schemas.microsoft.com/office/drawing/2014/main" val="1078304967"/>
                    </a:ext>
                  </a:extLst>
                </a:gridCol>
              </a:tblGrid>
              <a:tr h="809358"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/>
                        <a:t>Nearest Donation Points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40186"/>
                  </a:ext>
                </a:extLst>
              </a:tr>
              <a:tr h="1498172">
                <a:tc>
                  <a:txBody>
                    <a:bodyPr/>
                    <a:lstStyle/>
                    <a:p>
                      <a:r>
                        <a:rPr lang="en-US" b="1"/>
                        <a:t>Charity A:</a:t>
                      </a:r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b="0"/>
                        <a:t>Address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Charity B: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Address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Charity C: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Address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72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904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831850"/>
            <a:ext cx="25097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Find Items</a:t>
            </a:r>
            <a:endParaRPr lang="en-US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67DDA-DFB7-5C80-0F4A-4CAB87602439}"/>
              </a:ext>
            </a:extLst>
          </p:cNvPr>
          <p:cNvSpPr txBox="1"/>
          <p:nvPr/>
        </p:nvSpPr>
        <p:spPr>
          <a:xfrm>
            <a:off x="365263" y="1422400"/>
            <a:ext cx="532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Search items you are looking for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4945AA-7500-58BE-D692-0FAE9BC49D7A}"/>
              </a:ext>
            </a:extLst>
          </p:cNvPr>
          <p:cNvGrpSpPr/>
          <p:nvPr/>
        </p:nvGrpSpPr>
        <p:grpSpPr>
          <a:xfrm>
            <a:off x="3648214" y="2530435"/>
            <a:ext cx="4873993" cy="461066"/>
            <a:chOff x="4100997" y="2182305"/>
            <a:chExt cx="4691713" cy="41580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09F370C-3033-6184-E763-855A3FFDDBF9}"/>
                </a:ext>
              </a:extLst>
            </p:cNvPr>
            <p:cNvSpPr/>
            <p:nvPr/>
          </p:nvSpPr>
          <p:spPr>
            <a:xfrm>
              <a:off x="4100997" y="2182305"/>
              <a:ext cx="4691713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Search items...</a:t>
              </a:r>
            </a:p>
          </p:txBody>
        </p:sp>
        <p:pic>
          <p:nvPicPr>
            <p:cNvPr id="25" name="Graphic 24" descr="Magnifying glass with solid fill">
              <a:extLst>
                <a:ext uri="{FF2B5EF4-FFF2-40B4-BE49-F238E27FC236}">
                  <a16:creationId xmlns:a16="http://schemas.microsoft.com/office/drawing/2014/main" id="{B22A55EF-64C6-8D91-52DE-A4EC09497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AD6F05-B46A-64BD-2F2E-5B2E20DE6F7B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80A6C3-1FCA-8937-54D2-4B4EEA49CEFD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7" name="Graphic 6" descr="Home with solid fill">
              <a:extLst>
                <a:ext uri="{FF2B5EF4-FFF2-40B4-BE49-F238E27FC236}">
                  <a16:creationId xmlns:a16="http://schemas.microsoft.com/office/drawing/2014/main" id="{85C489AD-3F21-80D5-7358-461FEDB2B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F6ED4E4-16EF-1C72-8E9A-63F4D92864F5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Donations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35F85C-006B-9970-D5E6-F7BCDE25A14C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42BA6E-1C1A-3D7A-247A-AAB01D502368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1B6A30-C58D-AB4C-5D20-CACAA70B92BE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0F564-EA37-44B6-7D6E-5A9F0A811503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D9115E-67DF-84E1-F231-9E23BA3F5246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7A731D-1630-554F-0E16-0F12AFB17C50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4CEF3-1D4F-53BD-B4AE-3523F997D481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793405-A154-72C4-2CE0-A1161CF7F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027202"/>
              </p:ext>
            </p:extLst>
          </p:nvPr>
        </p:nvGraphicFramePr>
        <p:xfrm>
          <a:off x="2646404" y="3645243"/>
          <a:ext cx="7119252" cy="2307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084">
                  <a:extLst>
                    <a:ext uri="{9D8B030D-6E8A-4147-A177-3AD203B41FA5}">
                      <a16:colId xmlns:a16="http://schemas.microsoft.com/office/drawing/2014/main" val="3027861536"/>
                    </a:ext>
                  </a:extLst>
                </a:gridCol>
                <a:gridCol w="2373084">
                  <a:extLst>
                    <a:ext uri="{9D8B030D-6E8A-4147-A177-3AD203B41FA5}">
                      <a16:colId xmlns:a16="http://schemas.microsoft.com/office/drawing/2014/main" val="2465749506"/>
                    </a:ext>
                  </a:extLst>
                </a:gridCol>
                <a:gridCol w="2373084">
                  <a:extLst>
                    <a:ext uri="{9D8B030D-6E8A-4147-A177-3AD203B41FA5}">
                      <a16:colId xmlns:a16="http://schemas.microsoft.com/office/drawing/2014/main" val="1078304967"/>
                    </a:ext>
                  </a:extLst>
                </a:gridCol>
              </a:tblGrid>
              <a:tr h="809358"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/>
                        <a:t>Nearest Collection Points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40186"/>
                  </a:ext>
                </a:extLst>
              </a:tr>
              <a:tr h="1498172">
                <a:tc>
                  <a:txBody>
                    <a:bodyPr/>
                    <a:lstStyle/>
                    <a:p>
                      <a:r>
                        <a:rPr lang="en-US" b="1"/>
                        <a:t>Charity A:</a:t>
                      </a:r>
                    </a:p>
                    <a:p>
                      <a:pPr lvl="0">
                        <a:buNone/>
                      </a:pPr>
                      <a:endParaRPr lang="en-US" b="1"/>
                    </a:p>
                    <a:p>
                      <a:pPr lvl="0">
                        <a:buNone/>
                      </a:pPr>
                      <a:r>
                        <a:rPr lang="en-US" b="0"/>
                        <a:t>Address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Charity B: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Address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Charity C: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Segoe UI"/>
                        </a:rPr>
                        <a:t>Address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72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59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831850"/>
            <a:ext cx="25097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Find Items</a:t>
            </a:r>
            <a:endParaRPr lang="en-US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67DDA-DFB7-5C80-0F4A-4CAB87602439}"/>
              </a:ext>
            </a:extLst>
          </p:cNvPr>
          <p:cNvSpPr txBox="1"/>
          <p:nvPr/>
        </p:nvSpPr>
        <p:spPr>
          <a:xfrm>
            <a:off x="365263" y="1422400"/>
            <a:ext cx="532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'Jacket' available closest to you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AD6F05-B46A-64BD-2F2E-5B2E20DE6F7B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C80A6C3-1FCA-8937-54D2-4B4EEA49CEFD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7" name="Graphic 6" descr="Home with solid fill">
              <a:extLst>
                <a:ext uri="{FF2B5EF4-FFF2-40B4-BE49-F238E27FC236}">
                  <a16:creationId xmlns:a16="http://schemas.microsoft.com/office/drawing/2014/main" id="{85C489AD-3F21-80D5-7358-461FEDB2B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F6ED4E4-16EF-1C72-8E9A-63F4D92864F5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Donations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35F85C-006B-9970-D5E6-F7BCDE25A14C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42BA6E-1C1A-3D7A-247A-AAB01D502368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1B6A30-C58D-AB4C-5D20-CACAA70B92BE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0F564-EA37-44B6-7D6E-5A9F0A811503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D9115E-67DF-84E1-F231-9E23BA3F5246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7A731D-1630-554F-0E16-0F12AFB17C50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4CEF3-1D4F-53BD-B4AE-3523F997D481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  <p:pic>
        <p:nvPicPr>
          <p:cNvPr id="2" name="Picture 1" descr="Macpac Women's Sundowner Down Jacket | Macpac">
            <a:extLst>
              <a:ext uri="{FF2B5EF4-FFF2-40B4-BE49-F238E27FC236}">
                <a16:creationId xmlns:a16="http://schemas.microsoft.com/office/drawing/2014/main" id="{23A59452-FBA5-A2DF-B70D-26A39B87C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27" y="2092411"/>
            <a:ext cx="2743200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7E5382-0C8C-761B-4ABB-47CA4A6BAD45}"/>
              </a:ext>
            </a:extLst>
          </p:cNvPr>
          <p:cNvSpPr txBox="1"/>
          <p:nvPr/>
        </p:nvSpPr>
        <p:spPr>
          <a:xfrm>
            <a:off x="4281882" y="2341631"/>
            <a:ext cx="684540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Available Closest At:</a:t>
            </a:r>
            <a:r>
              <a:rPr lang="en-US"/>
              <a:t> "Address of collection point"</a:t>
            </a:r>
          </a:p>
          <a:p>
            <a:endParaRPr lang="en-US"/>
          </a:p>
          <a:p>
            <a:r>
              <a:rPr lang="en-US" b="1"/>
              <a:t>Sizes Available:</a:t>
            </a:r>
            <a:r>
              <a:rPr lang="en-US"/>
              <a:t> S/M/L/XL/XXL</a:t>
            </a:r>
          </a:p>
          <a:p>
            <a:endParaRPr lang="en-US"/>
          </a:p>
          <a:p>
            <a:r>
              <a:rPr lang="en-US" b="1">
                <a:ea typeface="+mn-lt"/>
                <a:cs typeface="+mn-lt"/>
              </a:rPr>
              <a:t>Quantity Available:</a:t>
            </a:r>
            <a:r>
              <a:rPr lang="en-US">
                <a:ea typeface="+mn-lt"/>
                <a:cs typeface="+mn-lt"/>
              </a:rPr>
              <a:t> "Quantity"</a:t>
            </a:r>
            <a:endParaRPr lang="en-US"/>
          </a:p>
          <a:p>
            <a:endParaRPr lang="en-US"/>
          </a:p>
          <a:p>
            <a:r>
              <a:rPr lang="en-US" b="1"/>
              <a:t>Other Items available at this collection point: </a:t>
            </a:r>
            <a:r>
              <a:rPr lang="en-US"/>
              <a:t>Shirts, Socks, Boots etc.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0A2945-07D0-35E4-91CF-4664DF3F227D}"/>
              </a:ext>
            </a:extLst>
          </p:cNvPr>
          <p:cNvGrpSpPr/>
          <p:nvPr/>
        </p:nvGrpSpPr>
        <p:grpSpPr>
          <a:xfrm>
            <a:off x="8127539" y="1129999"/>
            <a:ext cx="3452966" cy="409581"/>
            <a:chOff x="4100997" y="2182302"/>
            <a:chExt cx="4691713" cy="41580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3B7DFB9-58E1-50E2-06E7-724A5F70CCB7}"/>
                </a:ext>
              </a:extLst>
            </p:cNvPr>
            <p:cNvSpPr/>
            <p:nvPr/>
          </p:nvSpPr>
          <p:spPr>
            <a:xfrm>
              <a:off x="4100997" y="2182302"/>
              <a:ext cx="4691713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Search other items...</a:t>
              </a:r>
            </a:p>
          </p:txBody>
        </p:sp>
        <p:pic>
          <p:nvPicPr>
            <p:cNvPr id="12" name="Graphic 11" descr="Magnifying glass with solid fill">
              <a:extLst>
                <a:ext uri="{FF2B5EF4-FFF2-40B4-BE49-F238E27FC236}">
                  <a16:creationId xmlns:a16="http://schemas.microsoft.com/office/drawing/2014/main" id="{F7DD1309-8B5C-0FAA-87BF-C3C9E6FFB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672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Donations</a:t>
            </a:r>
            <a:endParaRPr lang="en-US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67DDA-DFB7-5C80-0F4A-4CAB87602439}"/>
              </a:ext>
            </a:extLst>
          </p:cNvPr>
          <p:cNvSpPr txBox="1"/>
          <p:nvPr/>
        </p:nvSpPr>
        <p:spPr>
          <a:xfrm>
            <a:off x="365263" y="1411356"/>
            <a:ext cx="37550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Find the nearest Donation point</a:t>
            </a:r>
          </a:p>
        </p:txBody>
      </p:sp>
      <p:pic>
        <p:nvPicPr>
          <p:cNvPr id="6" name="Picture 5" descr="A screenshot of a map&#10;&#10;Description automatically generated">
            <a:extLst>
              <a:ext uri="{FF2B5EF4-FFF2-40B4-BE49-F238E27FC236}">
                <a16:creationId xmlns:a16="http://schemas.microsoft.com/office/drawing/2014/main" id="{D31F9CD9-FFD1-4E53-3B98-E03C1EE0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749" y="953739"/>
            <a:ext cx="7601721" cy="541817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664360-108B-07FD-039D-DB309A119757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9072128-F546-4175-D58A-402FAFB36F78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7" name="Graphic 6" descr="Home with solid fill">
              <a:extLst>
                <a:ext uri="{FF2B5EF4-FFF2-40B4-BE49-F238E27FC236}">
                  <a16:creationId xmlns:a16="http://schemas.microsoft.com/office/drawing/2014/main" id="{F67D74F9-C765-A441-76D2-D7ED52664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C051A8D-E179-962B-5303-DEFC0106E939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Donations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5471D1-3FCC-D63D-A02D-E8D0FB20E39D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1549F2-772B-73BF-4045-95EC9D538DF9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719CF6-3AEA-15D2-DDF9-1A91703A9599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D44EB4-8C18-87C7-A1E0-CE7A61ED3A70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9429DE-A3AC-5490-4D77-2D84EA20F987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F28946-62EB-7F31-16A7-3007C8214BF4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22AED02-E8C4-126B-7A39-F4B409196553}"/>
              </a:ext>
            </a:extLst>
          </p:cNvPr>
          <p:cNvGrpSpPr/>
          <p:nvPr/>
        </p:nvGrpSpPr>
        <p:grpSpPr>
          <a:xfrm>
            <a:off x="544995" y="2126004"/>
            <a:ext cx="2930341" cy="461066"/>
            <a:chOff x="4100997" y="2182305"/>
            <a:chExt cx="2820751" cy="415809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FE41541E-B74B-95BA-CDD7-1B97B191E2FD}"/>
                </a:ext>
              </a:extLst>
            </p:cNvPr>
            <p:cNvSpPr/>
            <p:nvPr/>
          </p:nvSpPr>
          <p:spPr>
            <a:xfrm>
              <a:off x="4100997" y="2182305"/>
              <a:ext cx="2820751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Find donation points...</a:t>
              </a:r>
            </a:p>
          </p:txBody>
        </p:sp>
        <p:pic>
          <p:nvPicPr>
            <p:cNvPr id="57" name="Graphic 56" descr="Magnifying glass with solid fill">
              <a:extLst>
                <a:ext uri="{FF2B5EF4-FFF2-40B4-BE49-F238E27FC236}">
                  <a16:creationId xmlns:a16="http://schemas.microsoft.com/office/drawing/2014/main" id="{139916B3-2CCF-18C3-9342-E93939F84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6754ECD-4B46-2192-3012-2217BAF759E9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2753116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Donations</a:t>
            </a:r>
            <a:endParaRPr lang="en-US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67DDA-DFB7-5C80-0F4A-4CAB87602439}"/>
              </a:ext>
            </a:extLst>
          </p:cNvPr>
          <p:cNvSpPr txBox="1"/>
          <p:nvPr/>
        </p:nvSpPr>
        <p:spPr>
          <a:xfrm>
            <a:off x="365263" y="1345096"/>
            <a:ext cx="532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Find closest Pick-up Point</a:t>
            </a:r>
          </a:p>
        </p:txBody>
      </p:sp>
      <p:pic>
        <p:nvPicPr>
          <p:cNvPr id="5" name="Picture 4" descr="A screenshot of a map&#10;&#10;Description automatically generated">
            <a:extLst>
              <a:ext uri="{FF2B5EF4-FFF2-40B4-BE49-F238E27FC236}">
                <a16:creationId xmlns:a16="http://schemas.microsoft.com/office/drawing/2014/main" id="{99E52AB3-025C-E582-907D-63F571716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749" y="953739"/>
            <a:ext cx="7601721" cy="541817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1253358-0609-F362-AFAC-6C1ADE6B8F1E}"/>
              </a:ext>
            </a:extLst>
          </p:cNvPr>
          <p:cNvGrpSpPr/>
          <p:nvPr/>
        </p:nvGrpSpPr>
        <p:grpSpPr>
          <a:xfrm>
            <a:off x="544995" y="2126004"/>
            <a:ext cx="2930341" cy="461066"/>
            <a:chOff x="4100997" y="2182305"/>
            <a:chExt cx="2820751" cy="41580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1388192-E85E-E9E3-CEAC-CF69BE3B67D3}"/>
                </a:ext>
              </a:extLst>
            </p:cNvPr>
            <p:cNvSpPr/>
            <p:nvPr/>
          </p:nvSpPr>
          <p:spPr>
            <a:xfrm>
              <a:off x="4100997" y="2182305"/>
              <a:ext cx="2820751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Search items</a:t>
              </a:r>
            </a:p>
          </p:txBody>
        </p:sp>
        <p:pic>
          <p:nvPicPr>
            <p:cNvPr id="10" name="Graphic 9" descr="Magnifying glass with solid fill">
              <a:extLst>
                <a:ext uri="{FF2B5EF4-FFF2-40B4-BE49-F238E27FC236}">
                  <a16:creationId xmlns:a16="http://schemas.microsoft.com/office/drawing/2014/main" id="{25C15504-E1DE-C3AA-EE2C-3379C75E0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CDA26BF-BD84-F63A-FACA-3346EA33CFDE}"/>
              </a:ext>
            </a:extLst>
          </p:cNvPr>
          <p:cNvSpPr txBox="1"/>
          <p:nvPr/>
        </p:nvSpPr>
        <p:spPr>
          <a:xfrm>
            <a:off x="541960" y="3377097"/>
            <a:ext cx="269488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Items in stock at nearest Pick-up Point: </a:t>
            </a:r>
          </a:p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  Shoes</a:t>
            </a:r>
          </a:p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  Caps</a:t>
            </a:r>
          </a:p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  Scarfs</a:t>
            </a:r>
          </a:p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  Pants</a:t>
            </a:r>
          </a:p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 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B82841-E42B-4FB3-34E2-A719C3C4673D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29ABF4E-3B40-596E-2E18-03BBD55A9C65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17" name="Graphic 16" descr="Home with solid fill">
              <a:extLst>
                <a:ext uri="{FF2B5EF4-FFF2-40B4-BE49-F238E27FC236}">
                  <a16:creationId xmlns:a16="http://schemas.microsoft.com/office/drawing/2014/main" id="{812157AE-F083-EDA4-E813-527366C53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E906CFC-BC75-C586-DC93-5BF04B017E6E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Donations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EACAB0-3F2A-981B-B7D8-B6F880A9C0C3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24AC8E-F791-70DB-270E-4539075B46D4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3F0AB9-BA2E-A554-8972-CC32C4F2E9AF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245D46-5CAE-DD53-9965-F30A7B33022E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32AD22-72C4-39A4-582E-22BDEFCF7224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185F54-654A-EB24-4D5F-A20FF17C2851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E41D63-1679-2DCE-5608-C040705FD9C1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32651753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BBD6F7D-FFC5-699E-BF87-86C549586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938" y="1225550"/>
            <a:ext cx="7339224" cy="5283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238993-FA8D-0AEE-DE89-AD7544C8B2EB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Events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B130FA-EA01-9326-2825-A95CD0DE41EA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12EAE5B-D609-6486-C6D9-60742FFB5067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7" name="Graphic 6" descr="Home with solid fill">
              <a:extLst>
                <a:ext uri="{FF2B5EF4-FFF2-40B4-BE49-F238E27FC236}">
                  <a16:creationId xmlns:a16="http://schemas.microsoft.com/office/drawing/2014/main" id="{F1395ED8-35CD-99AB-FD9B-A3C844160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ED00F53-86DC-EFC1-D435-AA6033038CB2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90477-7EE9-3532-922D-E76B89AF26A6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Events</a:t>
            </a:r>
            <a:endParaRPr lang="en-US" sz="1400">
              <a:solidFill>
                <a:srgbClr val="E9713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29E33-C2A3-368A-8544-C948847F9AE8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1419A-D97D-76CC-3180-65C8A32C06B3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DCC82-8487-882D-CA9E-C7F429AC9410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BA89E-118C-DB56-C58A-CB89920DB247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7AE6C3-8327-12D3-2807-23B402C09ABB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E5AA10-F2DE-980F-5044-60330F9CA524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319564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831850"/>
            <a:ext cx="47475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Public Transport Victoria</a:t>
            </a:r>
            <a:endParaRPr lang="en-US"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467DDA-DFB7-5C80-0F4A-4CAB87602439}"/>
              </a:ext>
            </a:extLst>
          </p:cNvPr>
          <p:cNvSpPr txBox="1"/>
          <p:nvPr/>
        </p:nvSpPr>
        <p:spPr>
          <a:xfrm>
            <a:off x="365263" y="1345096"/>
            <a:ext cx="532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Find all PTV info here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1253358-0609-F362-AFAC-6C1ADE6B8F1E}"/>
              </a:ext>
            </a:extLst>
          </p:cNvPr>
          <p:cNvGrpSpPr/>
          <p:nvPr/>
        </p:nvGrpSpPr>
        <p:grpSpPr>
          <a:xfrm>
            <a:off x="3813865" y="2258526"/>
            <a:ext cx="4531644" cy="461066"/>
            <a:chOff x="4100997" y="2182305"/>
            <a:chExt cx="4362168" cy="41580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1388192-E85E-E9E3-CEAC-CF69BE3B67D3}"/>
                </a:ext>
              </a:extLst>
            </p:cNvPr>
            <p:cNvSpPr/>
            <p:nvPr/>
          </p:nvSpPr>
          <p:spPr>
            <a:xfrm>
              <a:off x="4100997" y="2182305"/>
              <a:ext cx="4362168" cy="41580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        Find destination, stops and routes...</a:t>
              </a:r>
            </a:p>
          </p:txBody>
        </p:sp>
        <p:pic>
          <p:nvPicPr>
            <p:cNvPr id="10" name="Graphic 9" descr="Magnifying glass with solid fill">
              <a:extLst>
                <a:ext uri="{FF2B5EF4-FFF2-40B4-BE49-F238E27FC236}">
                  <a16:creationId xmlns:a16="http://schemas.microsoft.com/office/drawing/2014/main" id="{25C15504-E1DE-C3AA-EE2C-3379C75E0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B2E57F-6025-1D8F-55DB-FC105AF65222}"/>
              </a:ext>
            </a:extLst>
          </p:cNvPr>
          <p:cNvSpPr/>
          <p:nvPr/>
        </p:nvSpPr>
        <p:spPr>
          <a:xfrm>
            <a:off x="4470952" y="3084997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Journey Planner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29A863-1792-6448-AB26-6E031139B4C8}"/>
              </a:ext>
            </a:extLst>
          </p:cNvPr>
          <p:cNvSpPr/>
          <p:nvPr/>
        </p:nvSpPr>
        <p:spPr>
          <a:xfrm>
            <a:off x="4459908" y="3891170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Tram network Map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ED1530-0E8A-7B73-0758-1B8D4C9107D6}"/>
              </a:ext>
            </a:extLst>
          </p:cNvPr>
          <p:cNvSpPr/>
          <p:nvPr/>
        </p:nvSpPr>
        <p:spPr>
          <a:xfrm>
            <a:off x="4459908" y="4730475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Train network Map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3C2DB92-B206-9D1F-8AD8-E3ECAD24BE90}"/>
              </a:ext>
            </a:extLst>
          </p:cNvPr>
          <p:cNvSpPr/>
          <p:nvPr/>
        </p:nvSpPr>
        <p:spPr>
          <a:xfrm>
            <a:off x="4470952" y="5558736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Myki Top Up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E33A04-8D90-AC10-1947-1B2C677F5233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B216ADB-BCA6-49A1-5747-0BF8EB4B10C1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26" name="Graphic 25" descr="Home with solid fill">
              <a:extLst>
                <a:ext uri="{FF2B5EF4-FFF2-40B4-BE49-F238E27FC236}">
                  <a16:creationId xmlns:a16="http://schemas.microsoft.com/office/drawing/2014/main" id="{27C38A09-BEF2-B850-DA29-52FAF4FDE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6744231-62F5-6770-BEAA-1636610835E6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A8F515-EE32-9645-66FD-BDF51F198D74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D7958F-EA6A-6BD5-018C-EAFC6EBB954E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A89191-6895-A7D7-B7C3-C235F2ECB4E2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9C20ED-E1E9-ECD6-D1E6-E169F854D1A0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EA7D08-AEA2-E1B6-8ED1-425BB239195E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73B084-0F21-7A00-88F9-753D1FBBE62F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10068-6FEB-2740-7E15-4EA9074087DD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3876126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787676"/>
            <a:ext cx="47475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Public Transport Victoria</a:t>
            </a:r>
            <a:endParaRPr lang="en-US" sz="3200"/>
          </a:p>
        </p:txBody>
      </p:sp>
      <p:pic>
        <p:nvPicPr>
          <p:cNvPr id="2" name="Picture 1" descr="A map of a city&#10;&#10;Description automatically generated">
            <a:extLst>
              <a:ext uri="{FF2B5EF4-FFF2-40B4-BE49-F238E27FC236}">
                <a16:creationId xmlns:a16="http://schemas.microsoft.com/office/drawing/2014/main" id="{4E729727-4634-8861-5AA5-A9920C642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" t="5525" b="-147"/>
          <a:stretch/>
        </p:blipFill>
        <p:spPr>
          <a:xfrm>
            <a:off x="808603" y="1710294"/>
            <a:ext cx="10676621" cy="4830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5CD99-0582-80E7-D1A7-123699BFCFBE}"/>
              </a:ext>
            </a:extLst>
          </p:cNvPr>
          <p:cNvSpPr txBox="1"/>
          <p:nvPr/>
        </p:nvSpPr>
        <p:spPr>
          <a:xfrm>
            <a:off x="365263" y="1345096"/>
            <a:ext cx="53232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Journey Planner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38155B-F98E-11D0-E46F-EA0AB7215B8C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31022B7-226F-E9B2-D9A4-84AF8CA99EC9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18" name="Graphic 17" descr="Home with solid fill">
              <a:extLst>
                <a:ext uri="{FF2B5EF4-FFF2-40B4-BE49-F238E27FC236}">
                  <a16:creationId xmlns:a16="http://schemas.microsoft.com/office/drawing/2014/main" id="{5A423F19-C61C-E47D-2AFA-F3D17D69D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922AB1D-C5B3-07C0-B134-02CE7591B2EF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EA0F1B-59E3-4E17-DA49-B3BEF66B586D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283C9B-F5D9-1C3F-E925-FF1EF20A2985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082B2-0A4C-1AA0-CF4E-E0C76300ADF1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D207AC-EFA2-F2B1-007D-2E9C9484A70B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B79E34-B912-AD28-4B31-40C0ACCE0FC8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056EC1-5513-65FE-432C-5FF620F48E88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PTV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6597A-DDB4-7489-8C2B-79128F0A722B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4004541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32423-B07E-FF71-AF7D-5500FB8E56BA}"/>
              </a:ext>
            </a:extLst>
          </p:cNvPr>
          <p:cNvSpPr txBox="1"/>
          <p:nvPr/>
        </p:nvSpPr>
        <p:spPr>
          <a:xfrm>
            <a:off x="1328420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accent2"/>
                </a:solidFill>
              </a:rPr>
              <a:t>Donations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F1712C-78FD-2B83-1446-A5E2850C1E80}"/>
              </a:ext>
            </a:extLst>
          </p:cNvPr>
          <p:cNvSpPr txBox="1"/>
          <p:nvPr/>
        </p:nvSpPr>
        <p:spPr>
          <a:xfrm>
            <a:off x="2529839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01BD7B-469F-8168-FE10-3728F8786EC8}"/>
              </a:ext>
            </a:extLst>
          </p:cNvPr>
          <p:cNvSpPr txBox="1"/>
          <p:nvPr/>
        </p:nvSpPr>
        <p:spPr>
          <a:xfrm>
            <a:off x="3356609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A3D54-F270-FEFA-AE58-B3C8B7FDC41E}"/>
              </a:ext>
            </a:extLst>
          </p:cNvPr>
          <p:cNvSpPr txBox="1"/>
          <p:nvPr/>
        </p:nvSpPr>
        <p:spPr>
          <a:xfrm>
            <a:off x="4183378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1B8E5C-D5EF-EC14-EA8E-F9B0726DF7CB}"/>
              </a:ext>
            </a:extLst>
          </p:cNvPr>
          <p:cNvSpPr txBox="1"/>
          <p:nvPr/>
        </p:nvSpPr>
        <p:spPr>
          <a:xfrm>
            <a:off x="5276848" y="209548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82D5C-0553-9033-91E1-45ACD768452E}"/>
              </a:ext>
            </a:extLst>
          </p:cNvPr>
          <p:cNvSpPr txBox="1"/>
          <p:nvPr/>
        </p:nvSpPr>
        <p:spPr>
          <a:xfrm>
            <a:off x="361950" y="655154"/>
            <a:ext cx="47475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Public Transport Victoria</a:t>
            </a:r>
            <a:endParaRPr lang="en-US" sz="32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38155B-F98E-11D0-E46F-EA0AB7215B8C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31022B7-226F-E9B2-D9A4-84AF8CA99EC9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18" name="Graphic 17" descr="Home with solid fill">
              <a:extLst>
                <a:ext uri="{FF2B5EF4-FFF2-40B4-BE49-F238E27FC236}">
                  <a16:creationId xmlns:a16="http://schemas.microsoft.com/office/drawing/2014/main" id="{5A423F19-C61C-E47D-2AFA-F3D17D69D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pic>
        <p:nvPicPr>
          <p:cNvPr id="5" name="Picture 4" descr="A map of a tram network&#10;&#10;Description automatically generated">
            <a:extLst>
              <a:ext uri="{FF2B5EF4-FFF2-40B4-BE49-F238E27FC236}">
                <a16:creationId xmlns:a16="http://schemas.microsoft.com/office/drawing/2014/main" id="{0D12CDE1-C01F-6B09-A5B6-905E1D6BB1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5" r="145" b="11789"/>
          <a:stretch/>
        </p:blipFill>
        <p:spPr>
          <a:xfrm>
            <a:off x="1842808" y="1138140"/>
            <a:ext cx="8484308" cy="55113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385DC6-C0B7-4EC6-07E8-B165CF502B15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28B1FB-4B54-07F1-1C74-BD0C2A5B6811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E3772-0CE7-A407-961E-3E756B07DF9C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C8D003-C7B7-45DF-954B-C149CE0D4CED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10DCFF-4926-08F9-FA96-1E1B89DC17AD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BB604C-ECBC-A895-A45B-216BD9151173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B7AADA-C552-6CE8-B791-58706EDDF2B5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PTV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9BCF91-EB76-4E52-B977-6A0F69792502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1406768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04CA6C7C-99BE-5E33-19C6-9845E5E94E36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A4ED05-4661-C10C-44F9-B7A688491A9A}"/>
              </a:ext>
            </a:extLst>
          </p:cNvPr>
          <p:cNvGrpSpPr/>
          <p:nvPr/>
        </p:nvGrpSpPr>
        <p:grpSpPr>
          <a:xfrm>
            <a:off x="361950" y="209550"/>
            <a:ext cx="3095763" cy="1604268"/>
            <a:chOff x="361950" y="209550"/>
            <a:chExt cx="3095763" cy="16042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05413B-1C32-D078-E91D-882A2C1949FC}"/>
                </a:ext>
              </a:extLst>
            </p:cNvPr>
            <p:cNvSpPr txBox="1"/>
            <p:nvPr/>
          </p:nvSpPr>
          <p:spPr>
            <a:xfrm>
              <a:off x="361950" y="209550"/>
              <a:ext cx="901700" cy="30777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/>
                <a:t>&lt;Logo&gt;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C67FA5-2D7E-63E9-A041-06C516504B1F}"/>
                </a:ext>
              </a:extLst>
            </p:cNvPr>
            <p:cNvSpPr txBox="1"/>
            <p:nvPr/>
          </p:nvSpPr>
          <p:spPr>
            <a:xfrm>
              <a:off x="361950" y="831850"/>
              <a:ext cx="2108200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b="1"/>
                <a:t>Health</a:t>
              </a:r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8B3F5E-CDCE-68DC-D4F6-EB0333E5BCEF}"/>
                </a:ext>
              </a:extLst>
            </p:cNvPr>
            <p:cNvSpPr txBox="1"/>
            <p:nvPr/>
          </p:nvSpPr>
          <p:spPr>
            <a:xfrm>
              <a:off x="365263" y="1444486"/>
              <a:ext cx="309245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chemeClr val="tx1">
                      <a:lumMod val="49000"/>
                      <a:lumOff val="51000"/>
                    </a:schemeClr>
                  </a:solidFill>
                </a:rPr>
                <a:t>Medical Advice for Adults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76B301-9BA2-2472-3EF7-7BA1C0934C58}"/>
              </a:ext>
            </a:extLst>
          </p:cNvPr>
          <p:cNvGrpSpPr/>
          <p:nvPr/>
        </p:nvGrpSpPr>
        <p:grpSpPr>
          <a:xfrm>
            <a:off x="4023693" y="2070787"/>
            <a:ext cx="4134080" cy="450023"/>
            <a:chOff x="4100997" y="2192264"/>
            <a:chExt cx="3979472" cy="40585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F79627E-2D90-F74E-6D80-C0A3F05FAF08}"/>
                </a:ext>
              </a:extLst>
            </p:cNvPr>
            <p:cNvSpPr/>
            <p:nvPr/>
          </p:nvSpPr>
          <p:spPr>
            <a:xfrm>
              <a:off x="4100997" y="2192264"/>
              <a:ext cx="3979472" cy="40585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Search your symptoms</a:t>
              </a:r>
            </a:p>
          </p:txBody>
        </p:sp>
        <p:pic>
          <p:nvPicPr>
            <p:cNvPr id="14" name="Graphic 13" descr="Magnifying glass with solid fill">
              <a:extLst>
                <a:ext uri="{FF2B5EF4-FFF2-40B4-BE49-F238E27FC236}">
                  <a16:creationId xmlns:a16="http://schemas.microsoft.com/office/drawing/2014/main" id="{C841FA60-B3EB-2B63-A51E-10484087D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22EF90-53A9-5EF0-6DF5-E5398717B5BB}"/>
              </a:ext>
            </a:extLst>
          </p:cNvPr>
          <p:cNvSpPr/>
          <p:nvPr/>
        </p:nvSpPr>
        <p:spPr>
          <a:xfrm>
            <a:off x="4537213" y="2853083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Covid-19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D35745E-0C7E-33E8-5B3A-3F11AC77895B}"/>
              </a:ext>
            </a:extLst>
          </p:cNvPr>
          <p:cNvSpPr/>
          <p:nvPr/>
        </p:nvSpPr>
        <p:spPr>
          <a:xfrm>
            <a:off x="4557092" y="3723309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  <a:latin typeface="Aptos"/>
              </a:rPr>
              <a:t>Conditions</a:t>
            </a:r>
            <a:endParaRPr lang="en-US" sz="200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7A50143-3AC8-9348-4593-9DD16C5793A4}"/>
              </a:ext>
            </a:extLst>
          </p:cNvPr>
          <p:cNvSpPr/>
          <p:nvPr/>
        </p:nvSpPr>
        <p:spPr>
          <a:xfrm>
            <a:off x="4543839" y="4604579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  <a:latin typeface="Aptos"/>
              </a:rPr>
              <a:t>Procedures</a:t>
            </a:r>
            <a:endParaRPr lang="en-US" sz="20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847AF6-294F-90BE-6241-37FE39165E7E}"/>
              </a:ext>
            </a:extLst>
          </p:cNvPr>
          <p:cNvSpPr/>
          <p:nvPr/>
        </p:nvSpPr>
        <p:spPr>
          <a:xfrm>
            <a:off x="4541630" y="5452717"/>
            <a:ext cx="3251200" cy="5715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rgbClr val="FFFFFF"/>
                </a:solidFill>
                <a:latin typeface="Aptos"/>
              </a:rPr>
              <a:t>Health Topics A-Z</a:t>
            </a:r>
            <a:r>
              <a:rPr lang="en-US" sz="2000">
                <a:latin typeface="Aptos"/>
                <a:ea typeface="Aptos"/>
                <a:cs typeface="Aptos"/>
              </a:rPr>
              <a:t>​</a:t>
            </a:r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22C193-8ACB-02B8-5480-8CB2B6CE9A6F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F8EDB61-8335-38AA-0F6E-0B12F752E6AF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15" name="Graphic 14" descr="Home with solid fill">
              <a:extLst>
                <a:ext uri="{FF2B5EF4-FFF2-40B4-BE49-F238E27FC236}">
                  <a16:creationId xmlns:a16="http://schemas.microsoft.com/office/drawing/2014/main" id="{3524BA35-A715-711E-F701-06A937405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59AC2FB-7ED8-C3D5-49D8-F3E4D35948BD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992423-7695-C7DF-85D5-FC7A647B9B5E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1E7D1-5D2D-9DD7-0389-590A2A8510B3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Health</a:t>
            </a:r>
            <a:endParaRPr lang="en-US" sz="1400">
              <a:solidFill>
                <a:srgbClr val="E9713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46A0F0-0920-4440-081D-32AA42A0E2ED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86FC6E-178D-FDC8-3293-04DA8C2CD040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0FAB1A-46E9-C30D-2453-A1166A4BC3EC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F43047-6D3C-649F-AE2E-36B30E0837C4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BC1CE2-7E7A-0E59-6630-11BD92C2D1A1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3696059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79155" y="13190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7FA5-2D7E-63E9-A041-06C516504B1F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Health</a:t>
            </a:r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376B301-9BA2-2472-3EF7-7BA1C0934C58}"/>
              </a:ext>
            </a:extLst>
          </p:cNvPr>
          <p:cNvGrpSpPr/>
          <p:nvPr/>
        </p:nvGrpSpPr>
        <p:grpSpPr>
          <a:xfrm>
            <a:off x="8164996" y="657221"/>
            <a:ext cx="3659211" cy="372720"/>
            <a:chOff x="4100997" y="2192264"/>
            <a:chExt cx="3979472" cy="40585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F79627E-2D90-F74E-6D80-C0A3F05FAF08}"/>
                </a:ext>
              </a:extLst>
            </p:cNvPr>
            <p:cNvSpPr/>
            <p:nvPr/>
          </p:nvSpPr>
          <p:spPr>
            <a:xfrm>
              <a:off x="4100997" y="2192264"/>
              <a:ext cx="3979472" cy="40585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>
                  <a:solidFill>
                    <a:schemeClr val="bg1">
                      <a:lumMod val="76000"/>
                    </a:schemeClr>
                  </a:solidFill>
                </a:rPr>
                <a:t>Search your symptoms</a:t>
              </a:r>
            </a:p>
          </p:txBody>
        </p:sp>
        <p:pic>
          <p:nvPicPr>
            <p:cNvPr id="14" name="Graphic 13" descr="Magnifying glass with solid fill">
              <a:extLst>
                <a:ext uri="{FF2B5EF4-FFF2-40B4-BE49-F238E27FC236}">
                  <a16:creationId xmlns:a16="http://schemas.microsoft.com/office/drawing/2014/main" id="{C841FA60-B3EB-2B63-A51E-10484087D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2031" y="2215938"/>
              <a:ext cx="329096" cy="351183"/>
            </a:xfrm>
            <a:prstGeom prst="rect">
              <a:avLst/>
            </a:prstGeom>
          </p:spPr>
        </p:pic>
      </p:grpSp>
      <p:pic>
        <p:nvPicPr>
          <p:cNvPr id="2" name="Picture 1" descr="A screenshot of a medical website&#10;&#10;Description automatically generated">
            <a:extLst>
              <a:ext uri="{FF2B5EF4-FFF2-40B4-BE49-F238E27FC236}">
                <a16:creationId xmlns:a16="http://schemas.microsoft.com/office/drawing/2014/main" id="{4B5CFA51-09E2-D30F-3D77-E8BD715C51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2" b="6142"/>
          <a:stretch/>
        </p:blipFill>
        <p:spPr>
          <a:xfrm>
            <a:off x="1920178" y="1137476"/>
            <a:ext cx="8230184" cy="53119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52B499-105C-CCCD-B77A-B87D6ED83ADD}"/>
              </a:ext>
            </a:extLst>
          </p:cNvPr>
          <p:cNvSpPr txBox="1"/>
          <p:nvPr/>
        </p:nvSpPr>
        <p:spPr>
          <a:xfrm>
            <a:off x="376307" y="1345095"/>
            <a:ext cx="30924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Covid-19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A88BBD-1400-B507-F06C-2F64DEACF0E3}"/>
              </a:ext>
            </a:extLst>
          </p:cNvPr>
          <p:cNvGrpSpPr/>
          <p:nvPr/>
        </p:nvGrpSpPr>
        <p:grpSpPr>
          <a:xfrm>
            <a:off x="10358223" y="191529"/>
            <a:ext cx="1467879" cy="337752"/>
            <a:chOff x="10358223" y="191529"/>
            <a:chExt cx="1467879" cy="33775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D4D982E-6E72-A9A4-CD04-B39DF911F1B6}"/>
                </a:ext>
              </a:extLst>
            </p:cNvPr>
            <p:cNvSpPr/>
            <p:nvPr/>
          </p:nvSpPr>
          <p:spPr>
            <a:xfrm>
              <a:off x="10358223" y="208690"/>
              <a:ext cx="1467879" cy="31681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400">
                  <a:solidFill>
                    <a:srgbClr val="FFFFFF"/>
                  </a:solidFill>
                </a:rPr>
                <a:t>       </a:t>
              </a:r>
              <a:r>
                <a:rPr lang="en-US" sz="1400" b="1">
                  <a:solidFill>
                    <a:srgbClr val="FFFFFF"/>
                  </a:solidFill>
                </a:rPr>
                <a:t>HOME</a:t>
              </a:r>
            </a:p>
          </p:txBody>
        </p:sp>
        <p:pic>
          <p:nvPicPr>
            <p:cNvPr id="16" name="Graphic 15" descr="Home with solid fill">
              <a:extLst>
                <a:ext uri="{FF2B5EF4-FFF2-40B4-BE49-F238E27FC236}">
                  <a16:creationId xmlns:a16="http://schemas.microsoft.com/office/drawing/2014/main" id="{670E3435-8C2B-BCDD-EEAF-8375F6174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40315" y="191529"/>
              <a:ext cx="296563" cy="337752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EFE9DD5-0023-2959-65D6-E2A9E21B2ADB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2C4099-74EE-6893-1AB7-133DA6FA2555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62794-0993-B245-F652-6C936EB26CD3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Health</a:t>
            </a:r>
            <a:endParaRPr lang="en-US" sz="1400">
              <a:solidFill>
                <a:srgbClr val="E9713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97D94-73B2-8DEA-3C2E-ECF0936313EF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8ED3C3-3FCD-4302-ED24-D7351A43CAB0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1D3F1C-EEFF-38B0-8193-6E3EE5975C59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1B678F-713A-63EE-E19B-972C9695E92B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CD97A-DE1C-436D-7EBB-25AA6ADD8735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1654718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365093" y="154195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latin typeface="Aptos"/>
                <a:ea typeface="Aptos"/>
                <a:cs typeface="Aptos"/>
              </a:rPr>
              <a:t>​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7FA5-2D7E-63E9-A041-06C516504B1F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Finances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E136C-B005-3ABE-29F8-5047CE59976F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6612D9-BFE7-C9C9-3BB4-067A9E008249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BEC4FA-0D8E-71E3-D7FE-1B69BD068C34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197700-0A32-2D61-4FF4-F626A8BE5925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Finances</a:t>
            </a:r>
            <a:endParaRPr lang="en-US" sz="1400">
              <a:solidFill>
                <a:srgbClr val="E9713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FE52BC-5A5A-3DF8-32D2-1F65AF455F0D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Safe Docs</a:t>
            </a:r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1E0024-D134-99FE-CD44-1146FD939CC4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1587A7-C3FA-6E1F-7645-D78841D013F5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pic>
        <p:nvPicPr>
          <p:cNvPr id="2" name="Picture 1" descr="A screenshot of a calculator&#10;&#10;Description automatically generated">
            <a:extLst>
              <a:ext uri="{FF2B5EF4-FFF2-40B4-BE49-F238E27FC236}">
                <a16:creationId xmlns:a16="http://schemas.microsoft.com/office/drawing/2014/main" id="{1F5696CA-6609-E3C5-F861-8D1DDEE9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9" y="3781724"/>
            <a:ext cx="4173431" cy="2914565"/>
          </a:xfrm>
          <a:prstGeom prst="rect">
            <a:avLst/>
          </a:prstGeom>
        </p:spPr>
      </p:pic>
      <p:pic>
        <p:nvPicPr>
          <p:cNvPr id="10" name="Picture 9" descr="A screenshot of a phone&#10;&#10;Description automatically generated">
            <a:extLst>
              <a:ext uri="{FF2B5EF4-FFF2-40B4-BE49-F238E27FC236}">
                <a16:creationId xmlns:a16="http://schemas.microsoft.com/office/drawing/2014/main" id="{D302BBC9-A062-5FB7-9ED3-1F6441B4A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226" y="1356156"/>
            <a:ext cx="5061192" cy="5217599"/>
          </a:xfrm>
          <a:prstGeom prst="rect">
            <a:avLst/>
          </a:prstGeom>
        </p:spPr>
      </p:pic>
      <p:pic>
        <p:nvPicPr>
          <p:cNvPr id="15" name="Picture 1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ACAA8A3-8F2F-ED2F-3A09-21F6A8915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978" y="973715"/>
            <a:ext cx="1079789" cy="310862"/>
          </a:xfrm>
          <a:prstGeom prst="rect">
            <a:avLst/>
          </a:prstGeom>
        </p:spPr>
      </p:pic>
      <p:pic>
        <p:nvPicPr>
          <p:cNvPr id="17" name="Picture 16" descr="A blue screen with white text&#10;&#10;Description automatically generated">
            <a:extLst>
              <a:ext uri="{FF2B5EF4-FFF2-40B4-BE49-F238E27FC236}">
                <a16:creationId xmlns:a16="http://schemas.microsoft.com/office/drawing/2014/main" id="{4FA8888C-50E7-EE93-6294-AB4E216F6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84" y="1356880"/>
            <a:ext cx="4170219" cy="242627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DA7C75E-12EE-A8D1-2260-F6F9F29EA8DD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​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C6AB07A-5F09-90CC-2116-67746DB663E1}"/>
              </a:ext>
            </a:extLst>
          </p:cNvPr>
          <p:cNvSpPr/>
          <p:nvPr/>
        </p:nvSpPr>
        <p:spPr>
          <a:xfrm>
            <a:off x="10418467" y="2056447"/>
            <a:ext cx="1318491" cy="55071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ABOUT US</a:t>
            </a:r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947C45C-983B-EFDE-A8D2-F361CC236F04}"/>
              </a:ext>
            </a:extLst>
          </p:cNvPr>
          <p:cNvSpPr/>
          <p:nvPr/>
        </p:nvSpPr>
        <p:spPr>
          <a:xfrm>
            <a:off x="10424492" y="2926673"/>
            <a:ext cx="1318491" cy="55071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CONTACT US</a:t>
            </a:r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5E3A387-0BCA-B051-0541-4F9D297CCF21}"/>
              </a:ext>
            </a:extLst>
          </p:cNvPr>
          <p:cNvSpPr/>
          <p:nvPr/>
        </p:nvSpPr>
        <p:spPr>
          <a:xfrm>
            <a:off x="10425093" y="3807943"/>
            <a:ext cx="1318491" cy="55071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GLOSSARY</a:t>
            </a:r>
            <a:endParaRPr lang="en-US" sz="120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F959191-8051-FC36-B2FF-B034610DCF51}"/>
              </a:ext>
            </a:extLst>
          </p:cNvPr>
          <p:cNvSpPr/>
          <p:nvPr/>
        </p:nvSpPr>
        <p:spPr>
          <a:xfrm>
            <a:off x="10443666" y="4656081"/>
            <a:ext cx="1318491" cy="55071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Aptos"/>
              </a:rPr>
              <a:t>MEDIA CENTRE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661BA9-102D-EA80-2D7B-3490B0F1733F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</p:spTree>
    <p:extLst>
      <p:ext uri="{BB962C8B-B14F-4D97-AF65-F5344CB8AC3E}">
        <p14:creationId xmlns:p14="http://schemas.microsoft.com/office/powerpoint/2010/main" val="38211748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7FA5-2D7E-63E9-A041-06C516504B1F}"/>
              </a:ext>
            </a:extLst>
          </p:cNvPr>
          <p:cNvSpPr txBox="1"/>
          <p:nvPr/>
        </p:nvSpPr>
        <p:spPr>
          <a:xfrm>
            <a:off x="361950" y="1130863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Safe Docs</a:t>
            </a:r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DF3D89-35C3-6B25-6671-188C659D2CDF}"/>
              </a:ext>
            </a:extLst>
          </p:cNvPr>
          <p:cNvGrpSpPr/>
          <p:nvPr/>
        </p:nvGrpSpPr>
        <p:grpSpPr>
          <a:xfrm>
            <a:off x="3509393" y="3432563"/>
            <a:ext cx="5384800" cy="1441450"/>
            <a:chOff x="2425700" y="2654300"/>
            <a:chExt cx="5384800" cy="144145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20F3627-B3ED-0981-9413-1E44BFAE5EB8}"/>
                </a:ext>
              </a:extLst>
            </p:cNvPr>
            <p:cNvSpPr/>
            <p:nvPr/>
          </p:nvSpPr>
          <p:spPr>
            <a:xfrm>
              <a:off x="4559300" y="2654300"/>
              <a:ext cx="3251200" cy="5715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/>
                <a:t>Enter Username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D681838-0CC2-C1BD-A243-EF10FC82E204}"/>
                </a:ext>
              </a:extLst>
            </p:cNvPr>
            <p:cNvSpPr/>
            <p:nvPr/>
          </p:nvSpPr>
          <p:spPr>
            <a:xfrm>
              <a:off x="4559299" y="3524250"/>
              <a:ext cx="3251200" cy="571500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/>
                <a:t>Enter Password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A4F1E0-0C30-653F-9E87-D3A9EDF739CA}"/>
                </a:ext>
              </a:extLst>
            </p:cNvPr>
            <p:cNvSpPr txBox="1"/>
            <p:nvPr/>
          </p:nvSpPr>
          <p:spPr>
            <a:xfrm>
              <a:off x="2425700" y="2755900"/>
              <a:ext cx="15113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/>
                <a:t>Username: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806211-86A3-69E2-0EEC-E83870750A0A}"/>
                </a:ext>
              </a:extLst>
            </p:cNvPr>
            <p:cNvSpPr txBox="1"/>
            <p:nvPr/>
          </p:nvSpPr>
          <p:spPr>
            <a:xfrm>
              <a:off x="2425700" y="3625850"/>
              <a:ext cx="151130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/>
                <a:t>Password: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CF66CE-1D1E-7E1D-FC8C-21132544E520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A56128-775A-76EA-7B3E-8D0AF534861B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7E5E4-94FD-71A6-0DAC-58FF40FC2660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5B7A1-48DD-5A5F-201A-F8EF9D5DC0B2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AAA23F-B820-1C74-9F1F-03F36A960495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Safe Docs</a:t>
            </a:r>
            <a:endParaRPr lang="en-US" sz="1400">
              <a:solidFill>
                <a:srgbClr val="E9713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298CBA-4C79-5400-4860-815C48A532D8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1F22E1-EA28-A0A8-3CDD-21E3F963F981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AE116-4443-F4F8-D296-503883BCC28C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  <p:pic>
        <p:nvPicPr>
          <p:cNvPr id="2" name="Picture 1" descr="Dropbox Review | PCMag">
            <a:extLst>
              <a:ext uri="{FF2B5EF4-FFF2-40B4-BE49-F238E27FC236}">
                <a16:creationId xmlns:a16="http://schemas.microsoft.com/office/drawing/2014/main" id="{287DECCE-4CFE-1554-0D47-AA97A4DC0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762" y="1422601"/>
            <a:ext cx="3038475" cy="1504950"/>
          </a:xfrm>
          <a:prstGeom prst="rect">
            <a:avLst/>
          </a:prstGeom>
        </p:spPr>
      </p:pic>
      <p:pic>
        <p:nvPicPr>
          <p:cNvPr id="9" name="Picture 8" descr="A logo with blue circles and black text&#10;&#10;Description automatically generated">
            <a:extLst>
              <a:ext uri="{FF2B5EF4-FFF2-40B4-BE49-F238E27FC236}">
                <a16:creationId xmlns:a16="http://schemas.microsoft.com/office/drawing/2014/main" id="{7B125B81-F78B-3C8C-8CF3-3C7CBC57D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62" y="230168"/>
            <a:ext cx="948158" cy="79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79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68111" y="98777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7FA5-2D7E-63E9-A041-06C516504B1F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Safe Docs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B3F5E-CDCE-68DC-D4F6-EB0333E5BCEF}"/>
              </a:ext>
            </a:extLst>
          </p:cNvPr>
          <p:cNvSpPr txBox="1"/>
          <p:nvPr/>
        </p:nvSpPr>
        <p:spPr>
          <a:xfrm>
            <a:off x="375350" y="1416399"/>
            <a:ext cx="46764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49000"/>
                    <a:lumOff val="51000"/>
                  </a:schemeClr>
                </a:solidFill>
              </a:rPr>
              <a:t>A place to store and access all your legal identification documents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F66CE-1D1E-7E1D-FC8C-21132544E520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A56128-775A-76EA-7B3E-8D0AF534861B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7E5E4-94FD-71A6-0DAC-58FF40FC2660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5B7A1-48DD-5A5F-201A-F8EF9D5DC0B2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AAA23F-B820-1C74-9F1F-03F36A960495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Safe Docs</a:t>
            </a:r>
            <a:endParaRPr lang="en-US" sz="1400">
              <a:solidFill>
                <a:srgbClr val="E9713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298CBA-4C79-5400-4860-815C48A532D8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1F22E1-EA28-A0A8-3CDD-21E3F963F981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AE116-4443-F4F8-D296-503883BCC28C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Job 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2B885A-4942-A131-8949-04F005569907}"/>
              </a:ext>
            </a:extLst>
          </p:cNvPr>
          <p:cNvSpPr/>
          <p:nvPr/>
        </p:nvSpPr>
        <p:spPr>
          <a:xfrm>
            <a:off x="756000" y="2340000"/>
            <a:ext cx="4728000" cy="7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Sign in to Google Drive/Dropbox /One Drive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030986-5541-2A5D-CC20-39416BCC618A}"/>
              </a:ext>
            </a:extLst>
          </p:cNvPr>
          <p:cNvSpPr/>
          <p:nvPr/>
        </p:nvSpPr>
        <p:spPr>
          <a:xfrm>
            <a:off x="755999" y="4967999"/>
            <a:ext cx="4728000" cy="7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My Files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203E7A-4D87-5E4D-EFC6-3E976DACD9C3}"/>
              </a:ext>
            </a:extLst>
          </p:cNvPr>
          <p:cNvSpPr/>
          <p:nvPr/>
        </p:nvSpPr>
        <p:spPr>
          <a:xfrm>
            <a:off x="755999" y="3617999"/>
            <a:ext cx="4728000" cy="7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Upload Now</a:t>
            </a:r>
          </a:p>
        </p:txBody>
      </p:sp>
    </p:spTree>
    <p:extLst>
      <p:ext uri="{BB962C8B-B14F-4D97-AF65-F5344CB8AC3E}">
        <p14:creationId xmlns:p14="http://schemas.microsoft.com/office/powerpoint/2010/main" val="1795235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6687-CC53-7484-5195-FF704ACDE611}"/>
              </a:ext>
            </a:extLst>
          </p:cNvPr>
          <p:cNvSpPr/>
          <p:nvPr/>
        </p:nvSpPr>
        <p:spPr>
          <a:xfrm>
            <a:off x="275038" y="91850"/>
            <a:ext cx="11641666" cy="65475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5413B-1C32-D078-E91D-882A2C1949FC}"/>
              </a:ext>
            </a:extLst>
          </p:cNvPr>
          <p:cNvSpPr txBox="1"/>
          <p:nvPr/>
        </p:nvSpPr>
        <p:spPr>
          <a:xfrm>
            <a:off x="361950" y="209550"/>
            <a:ext cx="901700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/>
              <a:t>&lt;Logo&gt;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7FA5-2D7E-63E9-A041-06C516504B1F}"/>
              </a:ext>
            </a:extLst>
          </p:cNvPr>
          <p:cNvSpPr txBox="1"/>
          <p:nvPr/>
        </p:nvSpPr>
        <p:spPr>
          <a:xfrm>
            <a:off x="361950" y="831850"/>
            <a:ext cx="21082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/>
              <a:t>Job 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CF66CE-1D1E-7E1D-FC8C-21132544E520}"/>
              </a:ext>
            </a:extLst>
          </p:cNvPr>
          <p:cNvSpPr txBox="1"/>
          <p:nvPr/>
        </p:nvSpPr>
        <p:spPr>
          <a:xfrm>
            <a:off x="2300246" y="209550"/>
            <a:ext cx="11366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Donations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A56128-775A-76EA-7B3E-8D0AF534861B}"/>
              </a:ext>
            </a:extLst>
          </p:cNvPr>
          <p:cNvSpPr txBox="1"/>
          <p:nvPr/>
        </p:nvSpPr>
        <p:spPr>
          <a:xfrm>
            <a:off x="3435404" y="209549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Events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7E5E4-94FD-71A6-0DAC-58FF40FC2660}"/>
              </a:ext>
            </a:extLst>
          </p:cNvPr>
          <p:cNvSpPr txBox="1"/>
          <p:nvPr/>
        </p:nvSpPr>
        <p:spPr>
          <a:xfrm>
            <a:off x="4924783" y="209548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Health</a:t>
            </a:r>
            <a:endParaRPr 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5B7A1-48DD-5A5F-201A-F8EF9D5DC0B2}"/>
              </a:ext>
            </a:extLst>
          </p:cNvPr>
          <p:cNvSpPr txBox="1"/>
          <p:nvPr/>
        </p:nvSpPr>
        <p:spPr>
          <a:xfrm>
            <a:off x="5685291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Finances</a:t>
            </a:r>
            <a:endParaRPr lang="en-US" sz="1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AAA23F-B820-1C74-9F1F-03F36A960495}"/>
              </a:ext>
            </a:extLst>
          </p:cNvPr>
          <p:cNvSpPr txBox="1"/>
          <p:nvPr/>
        </p:nvSpPr>
        <p:spPr>
          <a:xfrm>
            <a:off x="6602066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Safe Docs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298CBA-4C79-5400-4860-815C48A532D8}"/>
              </a:ext>
            </a:extLst>
          </p:cNvPr>
          <p:cNvSpPr txBox="1"/>
          <p:nvPr/>
        </p:nvSpPr>
        <p:spPr>
          <a:xfrm>
            <a:off x="1323117" y="215898"/>
            <a:ext cx="10287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Amenities</a:t>
            </a: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1F22E1-EA28-A0A8-3CDD-21E3F963F981}"/>
              </a:ext>
            </a:extLst>
          </p:cNvPr>
          <p:cNvSpPr txBox="1"/>
          <p:nvPr/>
        </p:nvSpPr>
        <p:spPr>
          <a:xfrm>
            <a:off x="4162783" y="220590"/>
            <a:ext cx="7620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/>
              <a:t>PTV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06847F-EAA5-F601-B663-9275A34A07F9}"/>
              </a:ext>
            </a:extLst>
          </p:cNvPr>
          <p:cNvSpPr txBox="1"/>
          <p:nvPr/>
        </p:nvSpPr>
        <p:spPr>
          <a:xfrm>
            <a:off x="7703502" y="220591"/>
            <a:ext cx="12446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E97132"/>
                </a:solidFill>
              </a:rPr>
              <a:t>Job</a:t>
            </a:r>
            <a:r>
              <a:rPr lang="en-US" sz="1400" b="1">
                <a:solidFill>
                  <a:schemeClr val="tx1"/>
                </a:solidFill>
              </a:rPr>
              <a:t> </a:t>
            </a:r>
            <a:r>
              <a:rPr lang="en-US" sz="1400" b="1">
                <a:solidFill>
                  <a:srgbClr val="E97132"/>
                </a:solidFill>
              </a:rPr>
              <a:t>Board</a:t>
            </a:r>
          </a:p>
        </p:txBody>
      </p:sp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16D6A05B-CD57-3C38-0048-50DCA11E4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88" r="130"/>
          <a:stretch/>
        </p:blipFill>
        <p:spPr>
          <a:xfrm>
            <a:off x="474950" y="1950027"/>
            <a:ext cx="5723572" cy="4682838"/>
          </a:xfrm>
          <a:prstGeom prst="rect">
            <a:avLst/>
          </a:prstGeom>
        </p:spPr>
      </p:pic>
      <p:pic>
        <p:nvPicPr>
          <p:cNvPr id="9" name="Picture 8" descr="CLIR and DLF Job Board - DLF">
            <a:extLst>
              <a:ext uri="{FF2B5EF4-FFF2-40B4-BE49-F238E27FC236}">
                <a16:creationId xmlns:a16="http://schemas.microsoft.com/office/drawing/2014/main" id="{1CCBC131-E916-CABB-E993-415E5420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637" r="26735" b="74595"/>
          <a:stretch/>
        </p:blipFill>
        <p:spPr>
          <a:xfrm>
            <a:off x="477982" y="1416617"/>
            <a:ext cx="5721928" cy="533407"/>
          </a:xfrm>
          <a:prstGeom prst="rect">
            <a:avLst/>
          </a:prstGeom>
        </p:spPr>
      </p:pic>
      <p:pic>
        <p:nvPicPr>
          <p:cNvPr id="11" name="Picture 10" descr="690+ Scroll Bar Stock Illustrations, Royalty-Free Vector Graphics &amp; Clip  Art - iStock | Scroll bar vector, Vertical scroll bar, Web scroll bar">
            <a:extLst>
              <a:ext uri="{FF2B5EF4-FFF2-40B4-BE49-F238E27FC236}">
                <a16:creationId xmlns:a16="http://schemas.microsoft.com/office/drawing/2014/main" id="{F27F5C6F-BAC1-38BE-64F9-CEF916C3D1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535" t="21225" r="47336" b="22830"/>
          <a:stretch/>
        </p:blipFill>
        <p:spPr>
          <a:xfrm>
            <a:off x="6299384" y="1193984"/>
            <a:ext cx="302809" cy="5357323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AC056263-118E-C75A-E94C-017C960EA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1381124"/>
            <a:ext cx="5198918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771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645</Words>
  <Application>Microsoft Office PowerPoint</Application>
  <PresentationFormat>Widescreen</PresentationFormat>
  <Paragraphs>321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Vrishank Mani</dc:creator>
  <cp:lastModifiedBy>Vrishank Mani</cp:lastModifiedBy>
  <cp:revision>4</cp:revision>
  <dcterms:created xsi:type="dcterms:W3CDTF">2024-08-03T14:25:01Z</dcterms:created>
  <dcterms:modified xsi:type="dcterms:W3CDTF">2025-01-04T23:36:15Z</dcterms:modified>
</cp:coreProperties>
</file>